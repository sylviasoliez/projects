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4"/>
  </p:notesMasterIdLst>
  <p:sldIdLst>
    <p:sldId id="256" r:id="rId2"/>
    <p:sldId id="263" r:id="rId3"/>
    <p:sldId id="264" r:id="rId4"/>
    <p:sldId id="258" r:id="rId5"/>
    <p:sldId id="267" r:id="rId6"/>
    <p:sldId id="268" r:id="rId7"/>
    <p:sldId id="259" r:id="rId8"/>
    <p:sldId id="262" r:id="rId9"/>
    <p:sldId id="265" r:id="rId10"/>
    <p:sldId id="266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23551A-D4E9-4D3E-B68F-A4B29703F9C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339A037-AA40-407C-A371-A00A7F1E44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Overview</a:t>
          </a:r>
          <a:endParaRPr lang="en-US"/>
        </a:p>
      </dgm:t>
    </dgm:pt>
    <dgm:pt modelId="{83B028FD-63BE-4D71-B88B-085BAEC1DEBB}" type="parTrans" cxnId="{6CDBB9A2-AE95-484F-9A5A-9C5E05093E18}">
      <dgm:prSet/>
      <dgm:spPr/>
      <dgm:t>
        <a:bodyPr/>
        <a:lstStyle/>
        <a:p>
          <a:endParaRPr lang="en-US"/>
        </a:p>
      </dgm:t>
    </dgm:pt>
    <dgm:pt modelId="{6DBE0252-4835-4E45-9C1D-CD086DC88CB1}" type="sibTrans" cxnId="{6CDBB9A2-AE95-484F-9A5A-9C5E05093E18}">
      <dgm:prSet/>
      <dgm:spPr/>
      <dgm:t>
        <a:bodyPr/>
        <a:lstStyle/>
        <a:p>
          <a:endParaRPr lang="en-US"/>
        </a:p>
      </dgm:t>
    </dgm:pt>
    <dgm:pt modelId="{0E79C2D7-3511-4A14-A81B-19708C12E9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 dirty="0"/>
            <a:t>Terms</a:t>
          </a:r>
          <a:endParaRPr lang="en-US" dirty="0"/>
        </a:p>
      </dgm:t>
    </dgm:pt>
    <dgm:pt modelId="{D22F0A3F-00AC-460A-8CF9-5D1A83246B00}" type="parTrans" cxnId="{F41A9E59-7791-458F-80F7-9ACEF05EB04E}">
      <dgm:prSet/>
      <dgm:spPr/>
      <dgm:t>
        <a:bodyPr/>
        <a:lstStyle/>
        <a:p>
          <a:endParaRPr lang="en-US"/>
        </a:p>
      </dgm:t>
    </dgm:pt>
    <dgm:pt modelId="{05BB4FFA-2976-4E8D-95EF-FE7E6DA43152}" type="sibTrans" cxnId="{F41A9E59-7791-458F-80F7-9ACEF05EB04E}">
      <dgm:prSet/>
      <dgm:spPr/>
      <dgm:t>
        <a:bodyPr/>
        <a:lstStyle/>
        <a:p>
          <a:endParaRPr lang="en-US"/>
        </a:p>
      </dgm:t>
    </dgm:pt>
    <dgm:pt modelId="{FEE8EF9C-19F4-454E-9D07-B3D57396375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Design</a:t>
          </a:r>
          <a:endParaRPr lang="en-US"/>
        </a:p>
      </dgm:t>
    </dgm:pt>
    <dgm:pt modelId="{D68114A9-392E-48C6-9D91-2B8A0BFB5145}" type="parTrans" cxnId="{83C0CBA7-83E0-4C3F-8B06-D9AFB321300F}">
      <dgm:prSet/>
      <dgm:spPr/>
      <dgm:t>
        <a:bodyPr/>
        <a:lstStyle/>
        <a:p>
          <a:endParaRPr lang="en-US"/>
        </a:p>
      </dgm:t>
    </dgm:pt>
    <dgm:pt modelId="{2A56DBC1-AE08-41AA-B151-176544BB5F46}" type="sibTrans" cxnId="{83C0CBA7-83E0-4C3F-8B06-D9AFB321300F}">
      <dgm:prSet/>
      <dgm:spPr/>
      <dgm:t>
        <a:bodyPr/>
        <a:lstStyle/>
        <a:p>
          <a:endParaRPr lang="en-US"/>
        </a:p>
      </dgm:t>
    </dgm:pt>
    <dgm:pt modelId="{B0173C6C-A76C-43D7-8541-171B5DEDA8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Recommended Statistical Methods</a:t>
          </a:r>
          <a:endParaRPr lang="en-US"/>
        </a:p>
      </dgm:t>
    </dgm:pt>
    <dgm:pt modelId="{2702B567-C782-415C-B015-8DB2BEAA54A0}" type="parTrans" cxnId="{EA1ECD90-55D3-4676-ADF7-27C8FBC6B451}">
      <dgm:prSet/>
      <dgm:spPr/>
      <dgm:t>
        <a:bodyPr/>
        <a:lstStyle/>
        <a:p>
          <a:endParaRPr lang="en-US"/>
        </a:p>
      </dgm:t>
    </dgm:pt>
    <dgm:pt modelId="{FAA430CB-8AAC-42E1-94F0-357718B2D958}" type="sibTrans" cxnId="{EA1ECD90-55D3-4676-ADF7-27C8FBC6B451}">
      <dgm:prSet/>
      <dgm:spPr/>
      <dgm:t>
        <a:bodyPr/>
        <a:lstStyle/>
        <a:p>
          <a:endParaRPr lang="en-US"/>
        </a:p>
      </dgm:t>
    </dgm:pt>
    <dgm:pt modelId="{4779662B-F5A7-459B-937C-83FE3C6669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References</a:t>
          </a:r>
          <a:endParaRPr lang="en-US"/>
        </a:p>
      </dgm:t>
    </dgm:pt>
    <dgm:pt modelId="{3D9842EA-9AA8-4C6A-A568-E8FBA0E8A49A}" type="parTrans" cxnId="{CBD063F0-28CD-48A7-A4D3-D5B8C088025A}">
      <dgm:prSet/>
      <dgm:spPr/>
      <dgm:t>
        <a:bodyPr/>
        <a:lstStyle/>
        <a:p>
          <a:endParaRPr lang="en-US"/>
        </a:p>
      </dgm:t>
    </dgm:pt>
    <dgm:pt modelId="{3D797AD9-CD33-4623-98B6-374BE34E51C2}" type="sibTrans" cxnId="{CBD063F0-28CD-48A7-A4D3-D5B8C088025A}">
      <dgm:prSet/>
      <dgm:spPr/>
      <dgm:t>
        <a:bodyPr/>
        <a:lstStyle/>
        <a:p>
          <a:endParaRPr lang="en-US"/>
        </a:p>
      </dgm:t>
    </dgm:pt>
    <dgm:pt modelId="{96D8585E-985D-42C5-BF36-E9BC5EFB864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What is Diabetes?</a:t>
          </a:r>
        </a:p>
      </dgm:t>
    </dgm:pt>
    <dgm:pt modelId="{1EAD3F7E-606A-41F6-8BE1-5E01F8C88420}" type="parTrans" cxnId="{2A9D4B03-E6AC-4C68-BD35-6C862BCB1B58}">
      <dgm:prSet/>
      <dgm:spPr/>
      <dgm:t>
        <a:bodyPr/>
        <a:lstStyle/>
        <a:p>
          <a:endParaRPr lang="en-US"/>
        </a:p>
      </dgm:t>
    </dgm:pt>
    <dgm:pt modelId="{3A54E550-76AB-490E-9010-F2DBB02E2705}" type="sibTrans" cxnId="{2A9D4B03-E6AC-4C68-BD35-6C862BCB1B58}">
      <dgm:prSet/>
      <dgm:spPr/>
      <dgm:t>
        <a:bodyPr/>
        <a:lstStyle/>
        <a:p>
          <a:endParaRPr lang="en-US"/>
        </a:p>
      </dgm:t>
    </dgm:pt>
    <dgm:pt modelId="{B8FE47AE-FAA5-4366-82AA-A2041933BC64}" type="pres">
      <dgm:prSet presAssocID="{7623551A-D4E9-4D3E-B68F-A4B29703F9CC}" presName="root" presStyleCnt="0">
        <dgm:presLayoutVars>
          <dgm:dir/>
          <dgm:resizeHandles val="exact"/>
        </dgm:presLayoutVars>
      </dgm:prSet>
      <dgm:spPr/>
    </dgm:pt>
    <dgm:pt modelId="{4EDC1B77-0FA4-43D0-9FC1-6633837B6DEA}" type="pres">
      <dgm:prSet presAssocID="{6339A037-AA40-407C-A371-A00A7F1E44E6}" presName="compNode" presStyleCnt="0"/>
      <dgm:spPr/>
    </dgm:pt>
    <dgm:pt modelId="{7967B73A-AF52-4C96-AA1A-58A4B98ED615}" type="pres">
      <dgm:prSet presAssocID="{6339A037-AA40-407C-A371-A00A7F1E44E6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8A09CFE-BFF9-45CC-84CF-1AC772D75027}" type="pres">
      <dgm:prSet presAssocID="{6339A037-AA40-407C-A371-A00A7F1E44E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ufacturing"/>
        </a:ext>
      </dgm:extLst>
    </dgm:pt>
    <dgm:pt modelId="{930B9DDA-B918-4CBA-9092-302078A07E5A}" type="pres">
      <dgm:prSet presAssocID="{6339A037-AA40-407C-A371-A00A7F1E44E6}" presName="spaceRect" presStyleCnt="0"/>
      <dgm:spPr/>
    </dgm:pt>
    <dgm:pt modelId="{3359F829-E364-4FF9-A72B-DFD0853566F6}" type="pres">
      <dgm:prSet presAssocID="{6339A037-AA40-407C-A371-A00A7F1E44E6}" presName="textRect" presStyleLbl="revTx" presStyleIdx="0" presStyleCnt="6">
        <dgm:presLayoutVars>
          <dgm:chMax val="1"/>
          <dgm:chPref val="1"/>
        </dgm:presLayoutVars>
      </dgm:prSet>
      <dgm:spPr/>
    </dgm:pt>
    <dgm:pt modelId="{8FABEA21-6361-44FD-B83E-E7551584DE1F}" type="pres">
      <dgm:prSet presAssocID="{6DBE0252-4835-4E45-9C1D-CD086DC88CB1}" presName="sibTrans" presStyleCnt="0"/>
      <dgm:spPr/>
    </dgm:pt>
    <dgm:pt modelId="{02D4127E-1613-4FEE-BE00-1FFAC3F571B1}" type="pres">
      <dgm:prSet presAssocID="{0E79C2D7-3511-4A14-A81B-19708C12E9F3}" presName="compNode" presStyleCnt="0"/>
      <dgm:spPr/>
    </dgm:pt>
    <dgm:pt modelId="{20B2B165-2399-4F6C-B929-AD6BFEC6AFD7}" type="pres">
      <dgm:prSet presAssocID="{0E79C2D7-3511-4A14-A81B-19708C12E9F3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1EA8348-3CC6-486B-82A6-1A6DF956B3D0}" type="pres">
      <dgm:prSet presAssocID="{0E79C2D7-3511-4A14-A81B-19708C12E9F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itments"/>
        </a:ext>
      </dgm:extLst>
    </dgm:pt>
    <dgm:pt modelId="{7B043D9A-815C-40AB-9FF6-D3E7C9B8348E}" type="pres">
      <dgm:prSet presAssocID="{0E79C2D7-3511-4A14-A81B-19708C12E9F3}" presName="spaceRect" presStyleCnt="0"/>
      <dgm:spPr/>
    </dgm:pt>
    <dgm:pt modelId="{EB2CFA56-429E-4310-BE64-398371B209BC}" type="pres">
      <dgm:prSet presAssocID="{0E79C2D7-3511-4A14-A81B-19708C12E9F3}" presName="textRect" presStyleLbl="revTx" presStyleIdx="1" presStyleCnt="6">
        <dgm:presLayoutVars>
          <dgm:chMax val="1"/>
          <dgm:chPref val="1"/>
        </dgm:presLayoutVars>
      </dgm:prSet>
      <dgm:spPr/>
    </dgm:pt>
    <dgm:pt modelId="{5974C148-CB9E-4CBD-8A4B-7FBC19EE1586}" type="pres">
      <dgm:prSet presAssocID="{05BB4FFA-2976-4E8D-95EF-FE7E6DA43152}" presName="sibTrans" presStyleCnt="0"/>
      <dgm:spPr/>
    </dgm:pt>
    <dgm:pt modelId="{E6F36334-B5B6-4F7B-8A92-17F87D780393}" type="pres">
      <dgm:prSet presAssocID="{96D8585E-985D-42C5-BF36-E9BC5EFB864C}" presName="compNode" presStyleCnt="0"/>
      <dgm:spPr/>
    </dgm:pt>
    <dgm:pt modelId="{C1A4F145-22BC-4FAC-A3CF-63E0C399F4EC}" type="pres">
      <dgm:prSet presAssocID="{96D8585E-985D-42C5-BF36-E9BC5EFB864C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644B416-C8C6-4146-BCE5-BE44A8DF5603}" type="pres">
      <dgm:prSet presAssocID="{96D8585E-985D-42C5-BF36-E9BC5EFB864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ocolate with solid fill"/>
        </a:ext>
      </dgm:extLst>
    </dgm:pt>
    <dgm:pt modelId="{19F14112-D027-49C7-A0E0-F8ACCAACCE8F}" type="pres">
      <dgm:prSet presAssocID="{96D8585E-985D-42C5-BF36-E9BC5EFB864C}" presName="spaceRect" presStyleCnt="0"/>
      <dgm:spPr/>
    </dgm:pt>
    <dgm:pt modelId="{E3EB2124-10E2-4165-B428-65D07A5C4ACC}" type="pres">
      <dgm:prSet presAssocID="{96D8585E-985D-42C5-BF36-E9BC5EFB864C}" presName="textRect" presStyleLbl="revTx" presStyleIdx="2" presStyleCnt="6">
        <dgm:presLayoutVars>
          <dgm:chMax val="1"/>
          <dgm:chPref val="1"/>
        </dgm:presLayoutVars>
      </dgm:prSet>
      <dgm:spPr/>
    </dgm:pt>
    <dgm:pt modelId="{A00F9772-780E-41B6-B4E6-6BD6DF63C64A}" type="pres">
      <dgm:prSet presAssocID="{3A54E550-76AB-490E-9010-F2DBB02E2705}" presName="sibTrans" presStyleCnt="0"/>
      <dgm:spPr/>
    </dgm:pt>
    <dgm:pt modelId="{7A62E428-94D7-4203-923C-DDFF1FE14EAC}" type="pres">
      <dgm:prSet presAssocID="{FEE8EF9C-19F4-454E-9D07-B3D57396375F}" presName="compNode" presStyleCnt="0"/>
      <dgm:spPr/>
    </dgm:pt>
    <dgm:pt modelId="{D2450E55-D413-4508-8F15-C729A3216DB5}" type="pres">
      <dgm:prSet presAssocID="{FEE8EF9C-19F4-454E-9D07-B3D57396375F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7B6AFB6-15B6-4798-A349-3DDAB2EFF69C}" type="pres">
      <dgm:prSet presAssocID="{FEE8EF9C-19F4-454E-9D07-B3D57396375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D9BE0007-D060-48FF-B536-2213629D4524}" type="pres">
      <dgm:prSet presAssocID="{FEE8EF9C-19F4-454E-9D07-B3D57396375F}" presName="spaceRect" presStyleCnt="0"/>
      <dgm:spPr/>
    </dgm:pt>
    <dgm:pt modelId="{3BBE3722-6931-4214-9E58-9051EF74F785}" type="pres">
      <dgm:prSet presAssocID="{FEE8EF9C-19F4-454E-9D07-B3D57396375F}" presName="textRect" presStyleLbl="revTx" presStyleIdx="3" presStyleCnt="6">
        <dgm:presLayoutVars>
          <dgm:chMax val="1"/>
          <dgm:chPref val="1"/>
        </dgm:presLayoutVars>
      </dgm:prSet>
      <dgm:spPr/>
    </dgm:pt>
    <dgm:pt modelId="{B084A9B0-0575-40B0-90D0-B3770D673263}" type="pres">
      <dgm:prSet presAssocID="{2A56DBC1-AE08-41AA-B151-176544BB5F46}" presName="sibTrans" presStyleCnt="0"/>
      <dgm:spPr/>
    </dgm:pt>
    <dgm:pt modelId="{A0351DEE-6DD2-4F38-A0C3-7FF45652429A}" type="pres">
      <dgm:prSet presAssocID="{B0173C6C-A76C-43D7-8541-171B5DEDA880}" presName="compNode" presStyleCnt="0"/>
      <dgm:spPr/>
    </dgm:pt>
    <dgm:pt modelId="{A53FA019-BB1B-452E-9F75-5146100A8082}" type="pres">
      <dgm:prSet presAssocID="{B0173C6C-A76C-43D7-8541-171B5DEDA880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CA8C112-782A-47FC-ACD6-90D98F8915A5}" type="pres">
      <dgm:prSet presAssocID="{B0173C6C-A76C-43D7-8541-171B5DEDA88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nostic"/>
        </a:ext>
      </dgm:extLst>
    </dgm:pt>
    <dgm:pt modelId="{BD819CAA-0A89-40FE-AAE4-D4759F7C37D5}" type="pres">
      <dgm:prSet presAssocID="{B0173C6C-A76C-43D7-8541-171B5DEDA880}" presName="spaceRect" presStyleCnt="0"/>
      <dgm:spPr/>
    </dgm:pt>
    <dgm:pt modelId="{3D861AFC-44D7-42AC-9274-B27CD1A10659}" type="pres">
      <dgm:prSet presAssocID="{B0173C6C-A76C-43D7-8541-171B5DEDA880}" presName="textRect" presStyleLbl="revTx" presStyleIdx="4" presStyleCnt="6">
        <dgm:presLayoutVars>
          <dgm:chMax val="1"/>
          <dgm:chPref val="1"/>
        </dgm:presLayoutVars>
      </dgm:prSet>
      <dgm:spPr/>
    </dgm:pt>
    <dgm:pt modelId="{8949B81D-AC7D-4545-81B9-BE9CEDFFA50A}" type="pres">
      <dgm:prSet presAssocID="{FAA430CB-8AAC-42E1-94F0-357718B2D958}" presName="sibTrans" presStyleCnt="0"/>
      <dgm:spPr/>
    </dgm:pt>
    <dgm:pt modelId="{7026E612-683B-4DE6-ACB5-120E3D12B1E0}" type="pres">
      <dgm:prSet presAssocID="{4779662B-F5A7-459B-937C-83FE3C666958}" presName="compNode" presStyleCnt="0"/>
      <dgm:spPr/>
    </dgm:pt>
    <dgm:pt modelId="{4EB0C2CB-0CB1-425A-8678-F34AFE4D9761}" type="pres">
      <dgm:prSet presAssocID="{4779662B-F5A7-459B-937C-83FE3C666958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CC52AE5-B439-433F-9AC2-25833330D684}" type="pres">
      <dgm:prSet presAssocID="{4779662B-F5A7-459B-937C-83FE3C66695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er"/>
        </a:ext>
      </dgm:extLst>
    </dgm:pt>
    <dgm:pt modelId="{C89F9918-8F3D-4435-9D8E-D61FE29C557A}" type="pres">
      <dgm:prSet presAssocID="{4779662B-F5A7-459B-937C-83FE3C666958}" presName="spaceRect" presStyleCnt="0"/>
      <dgm:spPr/>
    </dgm:pt>
    <dgm:pt modelId="{546E7B0C-A6FB-44B9-829B-45D5FC897E66}" type="pres">
      <dgm:prSet presAssocID="{4779662B-F5A7-459B-937C-83FE3C66695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A9D4B03-E6AC-4C68-BD35-6C862BCB1B58}" srcId="{7623551A-D4E9-4D3E-B68F-A4B29703F9CC}" destId="{96D8585E-985D-42C5-BF36-E9BC5EFB864C}" srcOrd="2" destOrd="0" parTransId="{1EAD3F7E-606A-41F6-8BE1-5E01F8C88420}" sibTransId="{3A54E550-76AB-490E-9010-F2DBB02E2705}"/>
    <dgm:cxn modelId="{D804FA30-7F97-43FC-A7DD-787ABFE6782D}" type="presOf" srcId="{FEE8EF9C-19F4-454E-9D07-B3D57396375F}" destId="{3BBE3722-6931-4214-9E58-9051EF74F785}" srcOrd="0" destOrd="0" presId="urn:microsoft.com/office/officeart/2018/5/layout/IconLeafLabelList"/>
    <dgm:cxn modelId="{62BCB53D-407A-4743-AC47-BBA6F6090B56}" type="presOf" srcId="{7623551A-D4E9-4D3E-B68F-A4B29703F9CC}" destId="{B8FE47AE-FAA5-4366-82AA-A2041933BC64}" srcOrd="0" destOrd="0" presId="urn:microsoft.com/office/officeart/2018/5/layout/IconLeafLabelList"/>
    <dgm:cxn modelId="{71890870-AAFB-4DDE-8D32-FE34EDBFEF78}" type="presOf" srcId="{6339A037-AA40-407C-A371-A00A7F1E44E6}" destId="{3359F829-E364-4FF9-A72B-DFD0853566F6}" srcOrd="0" destOrd="0" presId="urn:microsoft.com/office/officeart/2018/5/layout/IconLeafLabelList"/>
    <dgm:cxn modelId="{06B29979-63F2-413D-AB81-27F622BEC17C}" type="presOf" srcId="{4779662B-F5A7-459B-937C-83FE3C666958}" destId="{546E7B0C-A6FB-44B9-829B-45D5FC897E66}" srcOrd="0" destOrd="0" presId="urn:microsoft.com/office/officeart/2018/5/layout/IconLeafLabelList"/>
    <dgm:cxn modelId="{F41A9E59-7791-458F-80F7-9ACEF05EB04E}" srcId="{7623551A-D4E9-4D3E-B68F-A4B29703F9CC}" destId="{0E79C2D7-3511-4A14-A81B-19708C12E9F3}" srcOrd="1" destOrd="0" parTransId="{D22F0A3F-00AC-460A-8CF9-5D1A83246B00}" sibTransId="{05BB4FFA-2976-4E8D-95EF-FE7E6DA43152}"/>
    <dgm:cxn modelId="{EA1ECD90-55D3-4676-ADF7-27C8FBC6B451}" srcId="{7623551A-D4E9-4D3E-B68F-A4B29703F9CC}" destId="{B0173C6C-A76C-43D7-8541-171B5DEDA880}" srcOrd="4" destOrd="0" parTransId="{2702B567-C782-415C-B015-8DB2BEAA54A0}" sibTransId="{FAA430CB-8AAC-42E1-94F0-357718B2D958}"/>
    <dgm:cxn modelId="{6CDBB9A2-AE95-484F-9A5A-9C5E05093E18}" srcId="{7623551A-D4E9-4D3E-B68F-A4B29703F9CC}" destId="{6339A037-AA40-407C-A371-A00A7F1E44E6}" srcOrd="0" destOrd="0" parTransId="{83B028FD-63BE-4D71-B88B-085BAEC1DEBB}" sibTransId="{6DBE0252-4835-4E45-9C1D-CD086DC88CB1}"/>
    <dgm:cxn modelId="{83C0CBA7-83E0-4C3F-8B06-D9AFB321300F}" srcId="{7623551A-D4E9-4D3E-B68F-A4B29703F9CC}" destId="{FEE8EF9C-19F4-454E-9D07-B3D57396375F}" srcOrd="3" destOrd="0" parTransId="{D68114A9-392E-48C6-9D91-2B8A0BFB5145}" sibTransId="{2A56DBC1-AE08-41AA-B151-176544BB5F46}"/>
    <dgm:cxn modelId="{00CD8AA9-043A-4337-AE8A-39E6C6D54F21}" type="presOf" srcId="{0E79C2D7-3511-4A14-A81B-19708C12E9F3}" destId="{EB2CFA56-429E-4310-BE64-398371B209BC}" srcOrd="0" destOrd="0" presId="urn:microsoft.com/office/officeart/2018/5/layout/IconLeafLabelList"/>
    <dgm:cxn modelId="{8E2944D0-B484-4344-9844-D7C3B7C3DC0A}" type="presOf" srcId="{96D8585E-985D-42C5-BF36-E9BC5EFB864C}" destId="{E3EB2124-10E2-4165-B428-65D07A5C4ACC}" srcOrd="0" destOrd="0" presId="urn:microsoft.com/office/officeart/2018/5/layout/IconLeafLabelList"/>
    <dgm:cxn modelId="{CBD063F0-28CD-48A7-A4D3-D5B8C088025A}" srcId="{7623551A-D4E9-4D3E-B68F-A4B29703F9CC}" destId="{4779662B-F5A7-459B-937C-83FE3C666958}" srcOrd="5" destOrd="0" parTransId="{3D9842EA-9AA8-4C6A-A568-E8FBA0E8A49A}" sibTransId="{3D797AD9-CD33-4623-98B6-374BE34E51C2}"/>
    <dgm:cxn modelId="{F5408DF5-44CC-4C1F-A886-51B16FF3F302}" type="presOf" srcId="{B0173C6C-A76C-43D7-8541-171B5DEDA880}" destId="{3D861AFC-44D7-42AC-9274-B27CD1A10659}" srcOrd="0" destOrd="0" presId="urn:microsoft.com/office/officeart/2018/5/layout/IconLeafLabelList"/>
    <dgm:cxn modelId="{6909E9E3-01AB-4E49-B02B-8E827A7B029A}" type="presParOf" srcId="{B8FE47AE-FAA5-4366-82AA-A2041933BC64}" destId="{4EDC1B77-0FA4-43D0-9FC1-6633837B6DEA}" srcOrd="0" destOrd="0" presId="urn:microsoft.com/office/officeart/2018/5/layout/IconLeafLabelList"/>
    <dgm:cxn modelId="{FBC2E1E6-8048-4874-8BBF-5C477C7E01AB}" type="presParOf" srcId="{4EDC1B77-0FA4-43D0-9FC1-6633837B6DEA}" destId="{7967B73A-AF52-4C96-AA1A-58A4B98ED615}" srcOrd="0" destOrd="0" presId="urn:microsoft.com/office/officeart/2018/5/layout/IconLeafLabelList"/>
    <dgm:cxn modelId="{EBCF1FAC-8C04-4222-935F-DA95737026E7}" type="presParOf" srcId="{4EDC1B77-0FA4-43D0-9FC1-6633837B6DEA}" destId="{B8A09CFE-BFF9-45CC-84CF-1AC772D75027}" srcOrd="1" destOrd="0" presId="urn:microsoft.com/office/officeart/2018/5/layout/IconLeafLabelList"/>
    <dgm:cxn modelId="{2A235908-2BA6-4FF9-871D-351830BFE578}" type="presParOf" srcId="{4EDC1B77-0FA4-43D0-9FC1-6633837B6DEA}" destId="{930B9DDA-B918-4CBA-9092-302078A07E5A}" srcOrd="2" destOrd="0" presId="urn:microsoft.com/office/officeart/2018/5/layout/IconLeafLabelList"/>
    <dgm:cxn modelId="{39E0D470-0EE3-45FD-834A-D45BC930BB2A}" type="presParOf" srcId="{4EDC1B77-0FA4-43D0-9FC1-6633837B6DEA}" destId="{3359F829-E364-4FF9-A72B-DFD0853566F6}" srcOrd="3" destOrd="0" presId="urn:microsoft.com/office/officeart/2018/5/layout/IconLeafLabelList"/>
    <dgm:cxn modelId="{75D45727-0A6C-45AE-8A59-772CB47357BD}" type="presParOf" srcId="{B8FE47AE-FAA5-4366-82AA-A2041933BC64}" destId="{8FABEA21-6361-44FD-B83E-E7551584DE1F}" srcOrd="1" destOrd="0" presId="urn:microsoft.com/office/officeart/2018/5/layout/IconLeafLabelList"/>
    <dgm:cxn modelId="{AF2B248A-432A-4763-B30C-E2FFF7B5763D}" type="presParOf" srcId="{B8FE47AE-FAA5-4366-82AA-A2041933BC64}" destId="{02D4127E-1613-4FEE-BE00-1FFAC3F571B1}" srcOrd="2" destOrd="0" presId="urn:microsoft.com/office/officeart/2018/5/layout/IconLeafLabelList"/>
    <dgm:cxn modelId="{D300206A-0AB0-4E23-B779-64D828688182}" type="presParOf" srcId="{02D4127E-1613-4FEE-BE00-1FFAC3F571B1}" destId="{20B2B165-2399-4F6C-B929-AD6BFEC6AFD7}" srcOrd="0" destOrd="0" presId="urn:microsoft.com/office/officeart/2018/5/layout/IconLeafLabelList"/>
    <dgm:cxn modelId="{AC139CFE-E0C9-4455-98B2-D2A5081A5747}" type="presParOf" srcId="{02D4127E-1613-4FEE-BE00-1FFAC3F571B1}" destId="{11EA8348-3CC6-486B-82A6-1A6DF956B3D0}" srcOrd="1" destOrd="0" presId="urn:microsoft.com/office/officeart/2018/5/layout/IconLeafLabelList"/>
    <dgm:cxn modelId="{ED093772-063F-4118-8399-6DDD74CD574A}" type="presParOf" srcId="{02D4127E-1613-4FEE-BE00-1FFAC3F571B1}" destId="{7B043D9A-815C-40AB-9FF6-D3E7C9B8348E}" srcOrd="2" destOrd="0" presId="urn:microsoft.com/office/officeart/2018/5/layout/IconLeafLabelList"/>
    <dgm:cxn modelId="{7D23E48D-0428-4076-98B7-E50E2F98F7FB}" type="presParOf" srcId="{02D4127E-1613-4FEE-BE00-1FFAC3F571B1}" destId="{EB2CFA56-429E-4310-BE64-398371B209BC}" srcOrd="3" destOrd="0" presId="urn:microsoft.com/office/officeart/2018/5/layout/IconLeafLabelList"/>
    <dgm:cxn modelId="{5FC29722-23FE-4890-9295-10D1FB8383E5}" type="presParOf" srcId="{B8FE47AE-FAA5-4366-82AA-A2041933BC64}" destId="{5974C148-CB9E-4CBD-8A4B-7FBC19EE1586}" srcOrd="3" destOrd="0" presId="urn:microsoft.com/office/officeart/2018/5/layout/IconLeafLabelList"/>
    <dgm:cxn modelId="{2645DDD7-2A79-4404-89CD-74343E1AA7A8}" type="presParOf" srcId="{B8FE47AE-FAA5-4366-82AA-A2041933BC64}" destId="{E6F36334-B5B6-4F7B-8A92-17F87D780393}" srcOrd="4" destOrd="0" presId="urn:microsoft.com/office/officeart/2018/5/layout/IconLeafLabelList"/>
    <dgm:cxn modelId="{3A94E9A0-8FC3-4DB7-821B-82E93380A989}" type="presParOf" srcId="{E6F36334-B5B6-4F7B-8A92-17F87D780393}" destId="{C1A4F145-22BC-4FAC-A3CF-63E0C399F4EC}" srcOrd="0" destOrd="0" presId="urn:microsoft.com/office/officeart/2018/5/layout/IconLeafLabelList"/>
    <dgm:cxn modelId="{FC73E88E-D972-4A7A-80AA-DCE7AAE8249F}" type="presParOf" srcId="{E6F36334-B5B6-4F7B-8A92-17F87D780393}" destId="{2644B416-C8C6-4146-BCE5-BE44A8DF5603}" srcOrd="1" destOrd="0" presId="urn:microsoft.com/office/officeart/2018/5/layout/IconLeafLabelList"/>
    <dgm:cxn modelId="{E727F89A-4575-4116-8962-0FC4A4A3739D}" type="presParOf" srcId="{E6F36334-B5B6-4F7B-8A92-17F87D780393}" destId="{19F14112-D027-49C7-A0E0-F8ACCAACCE8F}" srcOrd="2" destOrd="0" presId="urn:microsoft.com/office/officeart/2018/5/layout/IconLeafLabelList"/>
    <dgm:cxn modelId="{A135295A-2AF5-4730-BDF5-31B41EF28567}" type="presParOf" srcId="{E6F36334-B5B6-4F7B-8A92-17F87D780393}" destId="{E3EB2124-10E2-4165-B428-65D07A5C4ACC}" srcOrd="3" destOrd="0" presId="urn:microsoft.com/office/officeart/2018/5/layout/IconLeafLabelList"/>
    <dgm:cxn modelId="{2EA81D11-3B8C-4A0D-A69E-69907E2FF50C}" type="presParOf" srcId="{B8FE47AE-FAA5-4366-82AA-A2041933BC64}" destId="{A00F9772-780E-41B6-B4E6-6BD6DF63C64A}" srcOrd="5" destOrd="0" presId="urn:microsoft.com/office/officeart/2018/5/layout/IconLeafLabelList"/>
    <dgm:cxn modelId="{73B81F7B-AC60-497F-A620-8EFAC4877083}" type="presParOf" srcId="{B8FE47AE-FAA5-4366-82AA-A2041933BC64}" destId="{7A62E428-94D7-4203-923C-DDFF1FE14EAC}" srcOrd="6" destOrd="0" presId="urn:microsoft.com/office/officeart/2018/5/layout/IconLeafLabelList"/>
    <dgm:cxn modelId="{8214B60E-B3F4-420C-A453-DE23956A4D33}" type="presParOf" srcId="{7A62E428-94D7-4203-923C-DDFF1FE14EAC}" destId="{D2450E55-D413-4508-8F15-C729A3216DB5}" srcOrd="0" destOrd="0" presId="urn:microsoft.com/office/officeart/2018/5/layout/IconLeafLabelList"/>
    <dgm:cxn modelId="{54825FE5-7296-497E-9D95-A1CF373D6C6F}" type="presParOf" srcId="{7A62E428-94D7-4203-923C-DDFF1FE14EAC}" destId="{17B6AFB6-15B6-4798-A349-3DDAB2EFF69C}" srcOrd="1" destOrd="0" presId="urn:microsoft.com/office/officeart/2018/5/layout/IconLeafLabelList"/>
    <dgm:cxn modelId="{D84F2D53-BBA5-4450-B62E-B3B46F2DB4DD}" type="presParOf" srcId="{7A62E428-94D7-4203-923C-DDFF1FE14EAC}" destId="{D9BE0007-D060-48FF-B536-2213629D4524}" srcOrd="2" destOrd="0" presId="urn:microsoft.com/office/officeart/2018/5/layout/IconLeafLabelList"/>
    <dgm:cxn modelId="{E4F0322C-3F77-456A-847E-4FFEB03B0D73}" type="presParOf" srcId="{7A62E428-94D7-4203-923C-DDFF1FE14EAC}" destId="{3BBE3722-6931-4214-9E58-9051EF74F785}" srcOrd="3" destOrd="0" presId="urn:microsoft.com/office/officeart/2018/5/layout/IconLeafLabelList"/>
    <dgm:cxn modelId="{208AFE98-D1C1-4D69-A7F4-F88B73BCAB74}" type="presParOf" srcId="{B8FE47AE-FAA5-4366-82AA-A2041933BC64}" destId="{B084A9B0-0575-40B0-90D0-B3770D673263}" srcOrd="7" destOrd="0" presId="urn:microsoft.com/office/officeart/2018/5/layout/IconLeafLabelList"/>
    <dgm:cxn modelId="{4DB335EF-89CA-4D5E-B540-D1495FB34A79}" type="presParOf" srcId="{B8FE47AE-FAA5-4366-82AA-A2041933BC64}" destId="{A0351DEE-6DD2-4F38-A0C3-7FF45652429A}" srcOrd="8" destOrd="0" presId="urn:microsoft.com/office/officeart/2018/5/layout/IconLeafLabelList"/>
    <dgm:cxn modelId="{5AAB2997-B9D7-48C9-9346-A56756B3AFF7}" type="presParOf" srcId="{A0351DEE-6DD2-4F38-A0C3-7FF45652429A}" destId="{A53FA019-BB1B-452E-9F75-5146100A8082}" srcOrd="0" destOrd="0" presId="urn:microsoft.com/office/officeart/2018/5/layout/IconLeafLabelList"/>
    <dgm:cxn modelId="{239346EC-80C4-446D-BFF3-955BD97B88F0}" type="presParOf" srcId="{A0351DEE-6DD2-4F38-A0C3-7FF45652429A}" destId="{FCA8C112-782A-47FC-ACD6-90D98F8915A5}" srcOrd="1" destOrd="0" presId="urn:microsoft.com/office/officeart/2018/5/layout/IconLeafLabelList"/>
    <dgm:cxn modelId="{CB5149BE-5E93-4B08-892F-9C4DF1DB5EFE}" type="presParOf" srcId="{A0351DEE-6DD2-4F38-A0C3-7FF45652429A}" destId="{BD819CAA-0A89-40FE-AAE4-D4759F7C37D5}" srcOrd="2" destOrd="0" presId="urn:microsoft.com/office/officeart/2018/5/layout/IconLeafLabelList"/>
    <dgm:cxn modelId="{E65F9FD6-614A-4C66-A049-466F097FFE9F}" type="presParOf" srcId="{A0351DEE-6DD2-4F38-A0C3-7FF45652429A}" destId="{3D861AFC-44D7-42AC-9274-B27CD1A10659}" srcOrd="3" destOrd="0" presId="urn:microsoft.com/office/officeart/2018/5/layout/IconLeafLabelList"/>
    <dgm:cxn modelId="{5A80F3A9-CEE0-421E-882F-47DC714E268A}" type="presParOf" srcId="{B8FE47AE-FAA5-4366-82AA-A2041933BC64}" destId="{8949B81D-AC7D-4545-81B9-BE9CEDFFA50A}" srcOrd="9" destOrd="0" presId="urn:microsoft.com/office/officeart/2018/5/layout/IconLeafLabelList"/>
    <dgm:cxn modelId="{2C25BF84-A5DE-4D23-A3EF-FC8EDF783ECF}" type="presParOf" srcId="{B8FE47AE-FAA5-4366-82AA-A2041933BC64}" destId="{7026E612-683B-4DE6-ACB5-120E3D12B1E0}" srcOrd="10" destOrd="0" presId="urn:microsoft.com/office/officeart/2018/5/layout/IconLeafLabelList"/>
    <dgm:cxn modelId="{2FACD8DE-2AA2-4503-9637-DDE4969EB98A}" type="presParOf" srcId="{7026E612-683B-4DE6-ACB5-120E3D12B1E0}" destId="{4EB0C2CB-0CB1-425A-8678-F34AFE4D9761}" srcOrd="0" destOrd="0" presId="urn:microsoft.com/office/officeart/2018/5/layout/IconLeafLabelList"/>
    <dgm:cxn modelId="{A533148C-BB68-423C-AA11-D9320885A1B9}" type="presParOf" srcId="{7026E612-683B-4DE6-ACB5-120E3D12B1E0}" destId="{2CC52AE5-B439-433F-9AC2-25833330D684}" srcOrd="1" destOrd="0" presId="urn:microsoft.com/office/officeart/2018/5/layout/IconLeafLabelList"/>
    <dgm:cxn modelId="{5CEB106E-DED3-4328-B661-52087FEBF393}" type="presParOf" srcId="{7026E612-683B-4DE6-ACB5-120E3D12B1E0}" destId="{C89F9918-8F3D-4435-9D8E-D61FE29C557A}" srcOrd="2" destOrd="0" presId="urn:microsoft.com/office/officeart/2018/5/layout/IconLeafLabelList"/>
    <dgm:cxn modelId="{C793897A-9E20-43C8-A483-C7218DEAC617}" type="presParOf" srcId="{7026E612-683B-4DE6-ACB5-120E3D12B1E0}" destId="{546E7B0C-A6FB-44B9-829B-45D5FC897E6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CE32A5-5478-458D-9D05-B7A5DD65E76B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D0A2CFB-77BC-45F6-925A-F60DDE1B901B}">
      <dgm:prSet/>
      <dgm:spPr/>
      <dgm:t>
        <a:bodyPr/>
        <a:lstStyle/>
        <a:p>
          <a:r>
            <a:rPr lang="en-US" dirty="0"/>
            <a:t>T2D – Type 2 Diabetes. </a:t>
          </a:r>
        </a:p>
      </dgm:t>
    </dgm:pt>
    <dgm:pt modelId="{1170B0BD-1AA7-4340-AA8C-A85ABF2F45B2}" type="parTrans" cxnId="{A90AB55E-B410-440A-9B68-68541BE0CB8D}">
      <dgm:prSet/>
      <dgm:spPr/>
      <dgm:t>
        <a:bodyPr/>
        <a:lstStyle/>
        <a:p>
          <a:endParaRPr lang="en-US"/>
        </a:p>
      </dgm:t>
    </dgm:pt>
    <dgm:pt modelId="{DE1F82D1-6CBE-44D2-8793-1242DBC9F6D5}" type="sibTrans" cxnId="{A90AB55E-B410-440A-9B68-68541BE0CB8D}">
      <dgm:prSet/>
      <dgm:spPr/>
      <dgm:t>
        <a:bodyPr/>
        <a:lstStyle/>
        <a:p>
          <a:endParaRPr lang="en-US"/>
        </a:p>
      </dgm:t>
    </dgm:pt>
    <dgm:pt modelId="{68510521-D2D4-4DD4-A3C6-72158EA54DC5}">
      <dgm:prSet/>
      <dgm:spPr/>
      <dgm:t>
        <a:bodyPr/>
        <a:lstStyle/>
        <a:p>
          <a:r>
            <a:rPr lang="en-US" dirty="0"/>
            <a:t>Prediabetes – Showing early signs of T2D but reversible by introducing healthier habits.</a:t>
          </a:r>
        </a:p>
      </dgm:t>
    </dgm:pt>
    <dgm:pt modelId="{CCEE473F-FDFB-4463-9BB1-9EEAAB8C5C66}" type="parTrans" cxnId="{B59424A8-70E8-4999-A75B-5402862D708B}">
      <dgm:prSet/>
      <dgm:spPr/>
      <dgm:t>
        <a:bodyPr/>
        <a:lstStyle/>
        <a:p>
          <a:endParaRPr lang="en-US"/>
        </a:p>
      </dgm:t>
    </dgm:pt>
    <dgm:pt modelId="{3BB80ECB-7ED0-435E-BBFE-52675F8094AA}" type="sibTrans" cxnId="{B59424A8-70E8-4999-A75B-5402862D708B}">
      <dgm:prSet/>
      <dgm:spPr/>
      <dgm:t>
        <a:bodyPr/>
        <a:lstStyle/>
        <a:p>
          <a:endParaRPr lang="en-US"/>
        </a:p>
      </dgm:t>
    </dgm:pt>
    <dgm:pt modelId="{BBB636D5-A41C-4AC3-8BCD-226E3AB76A4A}">
      <dgm:prSet/>
      <dgm:spPr/>
      <dgm:t>
        <a:bodyPr/>
        <a:lstStyle/>
        <a:p>
          <a:r>
            <a:rPr lang="en-US" dirty="0"/>
            <a:t>A1C% (HbA1c) - Blood test done in office that measures average blood sugar levels of the past 3 months. </a:t>
          </a:r>
        </a:p>
      </dgm:t>
    </dgm:pt>
    <dgm:pt modelId="{888E10D2-53D6-4117-B08A-A8348D88FCF8}" type="parTrans" cxnId="{6A4FCD28-6B12-417D-AA43-782C52AEFF1F}">
      <dgm:prSet/>
      <dgm:spPr/>
      <dgm:t>
        <a:bodyPr/>
        <a:lstStyle/>
        <a:p>
          <a:endParaRPr lang="en-US"/>
        </a:p>
      </dgm:t>
    </dgm:pt>
    <dgm:pt modelId="{EA09DBE9-DD21-47B1-8907-8F7325102974}" type="sibTrans" cxnId="{6A4FCD28-6B12-417D-AA43-782C52AEFF1F}">
      <dgm:prSet/>
      <dgm:spPr/>
      <dgm:t>
        <a:bodyPr/>
        <a:lstStyle/>
        <a:p>
          <a:endParaRPr lang="en-US"/>
        </a:p>
      </dgm:t>
    </dgm:pt>
    <dgm:pt modelId="{0614B702-1DCE-4DEF-9BD5-D4A5D3F2C530}" type="pres">
      <dgm:prSet presAssocID="{EBCE32A5-5478-458D-9D05-B7A5DD65E76B}" presName="linear" presStyleCnt="0">
        <dgm:presLayoutVars>
          <dgm:animLvl val="lvl"/>
          <dgm:resizeHandles val="exact"/>
        </dgm:presLayoutVars>
      </dgm:prSet>
      <dgm:spPr/>
    </dgm:pt>
    <dgm:pt modelId="{88716C2C-1BF5-4B2C-86D4-7651150CEC90}" type="pres">
      <dgm:prSet presAssocID="{3D0A2CFB-77BC-45F6-925A-F60DDE1B90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046B46D-0F69-471A-9787-954FD458A441}" type="pres">
      <dgm:prSet presAssocID="{DE1F82D1-6CBE-44D2-8793-1242DBC9F6D5}" presName="spacer" presStyleCnt="0"/>
      <dgm:spPr/>
    </dgm:pt>
    <dgm:pt modelId="{17573775-6731-4AF3-9D02-040D02ED3F9C}" type="pres">
      <dgm:prSet presAssocID="{68510521-D2D4-4DD4-A3C6-72158EA54D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401F4E-2599-4049-878B-A49A582D9C0A}" type="pres">
      <dgm:prSet presAssocID="{3BB80ECB-7ED0-435E-BBFE-52675F8094AA}" presName="spacer" presStyleCnt="0"/>
      <dgm:spPr/>
    </dgm:pt>
    <dgm:pt modelId="{11DC3525-6857-4E7A-9C85-677D4512AE12}" type="pres">
      <dgm:prSet presAssocID="{BBB636D5-A41C-4AC3-8BCD-226E3AB76A4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4FCD28-6B12-417D-AA43-782C52AEFF1F}" srcId="{EBCE32A5-5478-458D-9D05-B7A5DD65E76B}" destId="{BBB636D5-A41C-4AC3-8BCD-226E3AB76A4A}" srcOrd="2" destOrd="0" parTransId="{888E10D2-53D6-4117-B08A-A8348D88FCF8}" sibTransId="{EA09DBE9-DD21-47B1-8907-8F7325102974}"/>
    <dgm:cxn modelId="{87ECDC40-76B9-4E58-8DE8-EF7ED55F4A38}" type="presOf" srcId="{EBCE32A5-5478-458D-9D05-B7A5DD65E76B}" destId="{0614B702-1DCE-4DEF-9BD5-D4A5D3F2C530}" srcOrd="0" destOrd="0" presId="urn:microsoft.com/office/officeart/2005/8/layout/vList2"/>
    <dgm:cxn modelId="{A90AB55E-B410-440A-9B68-68541BE0CB8D}" srcId="{EBCE32A5-5478-458D-9D05-B7A5DD65E76B}" destId="{3D0A2CFB-77BC-45F6-925A-F60DDE1B901B}" srcOrd="0" destOrd="0" parTransId="{1170B0BD-1AA7-4340-AA8C-A85ABF2F45B2}" sibTransId="{DE1F82D1-6CBE-44D2-8793-1242DBC9F6D5}"/>
    <dgm:cxn modelId="{A1429C6F-87D9-4DCD-BE9B-E149395F8860}" type="presOf" srcId="{BBB636D5-A41C-4AC3-8BCD-226E3AB76A4A}" destId="{11DC3525-6857-4E7A-9C85-677D4512AE12}" srcOrd="0" destOrd="0" presId="urn:microsoft.com/office/officeart/2005/8/layout/vList2"/>
    <dgm:cxn modelId="{B59424A8-70E8-4999-A75B-5402862D708B}" srcId="{EBCE32A5-5478-458D-9D05-B7A5DD65E76B}" destId="{68510521-D2D4-4DD4-A3C6-72158EA54DC5}" srcOrd="1" destOrd="0" parTransId="{CCEE473F-FDFB-4463-9BB1-9EEAAB8C5C66}" sibTransId="{3BB80ECB-7ED0-435E-BBFE-52675F8094AA}"/>
    <dgm:cxn modelId="{689176C9-D4C4-4F7F-9873-B52CED807FC3}" type="presOf" srcId="{3D0A2CFB-77BC-45F6-925A-F60DDE1B901B}" destId="{88716C2C-1BF5-4B2C-86D4-7651150CEC90}" srcOrd="0" destOrd="0" presId="urn:microsoft.com/office/officeart/2005/8/layout/vList2"/>
    <dgm:cxn modelId="{CA397CD1-BD52-4F48-A720-14A71760158A}" type="presOf" srcId="{68510521-D2D4-4DD4-A3C6-72158EA54DC5}" destId="{17573775-6731-4AF3-9D02-040D02ED3F9C}" srcOrd="0" destOrd="0" presId="urn:microsoft.com/office/officeart/2005/8/layout/vList2"/>
    <dgm:cxn modelId="{5C5228EF-87D1-4940-A1A5-D0902818B695}" type="presParOf" srcId="{0614B702-1DCE-4DEF-9BD5-D4A5D3F2C530}" destId="{88716C2C-1BF5-4B2C-86D4-7651150CEC90}" srcOrd="0" destOrd="0" presId="urn:microsoft.com/office/officeart/2005/8/layout/vList2"/>
    <dgm:cxn modelId="{BCEE9F47-22A5-4C37-8EBE-E53EFCB22266}" type="presParOf" srcId="{0614B702-1DCE-4DEF-9BD5-D4A5D3F2C530}" destId="{0046B46D-0F69-471A-9787-954FD458A441}" srcOrd="1" destOrd="0" presId="urn:microsoft.com/office/officeart/2005/8/layout/vList2"/>
    <dgm:cxn modelId="{8C8A999D-0C04-466A-9224-547ED5AE989D}" type="presParOf" srcId="{0614B702-1DCE-4DEF-9BD5-D4A5D3F2C530}" destId="{17573775-6731-4AF3-9D02-040D02ED3F9C}" srcOrd="2" destOrd="0" presId="urn:microsoft.com/office/officeart/2005/8/layout/vList2"/>
    <dgm:cxn modelId="{7DCC5AAB-E231-4439-B9EF-23C3126DB8F5}" type="presParOf" srcId="{0614B702-1DCE-4DEF-9BD5-D4A5D3F2C530}" destId="{5A401F4E-2599-4049-878B-A49A582D9C0A}" srcOrd="3" destOrd="0" presId="urn:microsoft.com/office/officeart/2005/8/layout/vList2"/>
    <dgm:cxn modelId="{791A6199-028D-4A66-8A0F-7B6E6B90A1FE}" type="presParOf" srcId="{0614B702-1DCE-4DEF-9BD5-D4A5D3F2C530}" destId="{11DC3525-6857-4E7A-9C85-677D4512AE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FE99ED-3063-429C-9874-41952568BFA2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67EF783-20B1-4E1D-973A-8CF798615A2C}">
      <dgm:prSet/>
      <dgm:spPr/>
      <dgm:t>
        <a:bodyPr/>
        <a:lstStyle/>
        <a:p>
          <a:r>
            <a:rPr lang="en-US" baseline="0"/>
            <a:t>Increased risk by Genetics, Weight, Activity Level, High Blood Pressure. Symptoms can at most go into “remission”.</a:t>
          </a:r>
          <a:endParaRPr lang="en-US"/>
        </a:p>
      </dgm:t>
    </dgm:pt>
    <dgm:pt modelId="{996F0094-3C7D-44F2-8B03-54B260C956B3}" type="parTrans" cxnId="{D9785436-261A-4E97-9C59-A06591B0024C}">
      <dgm:prSet/>
      <dgm:spPr/>
      <dgm:t>
        <a:bodyPr/>
        <a:lstStyle/>
        <a:p>
          <a:endParaRPr lang="en-US"/>
        </a:p>
      </dgm:t>
    </dgm:pt>
    <dgm:pt modelId="{1FB9BFEB-49B2-4021-88A3-2DB155B9BCAD}" type="sibTrans" cxnId="{D9785436-261A-4E97-9C59-A06591B0024C}">
      <dgm:prSet/>
      <dgm:spPr/>
      <dgm:t>
        <a:bodyPr/>
        <a:lstStyle/>
        <a:p>
          <a:endParaRPr lang="en-US"/>
        </a:p>
      </dgm:t>
    </dgm:pt>
    <dgm:pt modelId="{F916D319-D9BB-4C57-B762-02E03DEC9DD1}">
      <dgm:prSet/>
      <dgm:spPr/>
      <dgm:t>
        <a:bodyPr/>
        <a:lstStyle/>
        <a:p>
          <a:r>
            <a:rPr lang="en-US" baseline="0"/>
            <a:t>T2D Management typically includes:</a:t>
          </a:r>
          <a:endParaRPr lang="en-US"/>
        </a:p>
      </dgm:t>
    </dgm:pt>
    <dgm:pt modelId="{D2D0126E-7C4B-4041-AD75-1C5F7FB5DD0E}" type="parTrans" cxnId="{7A5250D2-5B4E-4DF5-AD9F-3B5ADDF9D771}">
      <dgm:prSet/>
      <dgm:spPr/>
      <dgm:t>
        <a:bodyPr/>
        <a:lstStyle/>
        <a:p>
          <a:endParaRPr lang="en-US"/>
        </a:p>
      </dgm:t>
    </dgm:pt>
    <dgm:pt modelId="{0821AB0E-6AC2-4FBD-A129-8FC20E66370F}" type="sibTrans" cxnId="{7A5250D2-5B4E-4DF5-AD9F-3B5ADDF9D771}">
      <dgm:prSet/>
      <dgm:spPr/>
      <dgm:t>
        <a:bodyPr/>
        <a:lstStyle/>
        <a:p>
          <a:endParaRPr lang="en-US"/>
        </a:p>
      </dgm:t>
    </dgm:pt>
    <dgm:pt modelId="{1C3E80A0-E01D-4B21-8523-4A9675959D76}">
      <dgm:prSet/>
      <dgm:spPr/>
      <dgm:t>
        <a:bodyPr/>
        <a:lstStyle/>
        <a:p>
          <a:r>
            <a:rPr lang="en-US" baseline="0"/>
            <a:t>Losing weight </a:t>
          </a:r>
          <a:endParaRPr lang="en-US"/>
        </a:p>
      </dgm:t>
    </dgm:pt>
    <dgm:pt modelId="{E362E08F-C8BC-453D-87C1-70E65238E507}" type="parTrans" cxnId="{DF19495E-833C-4C28-B011-FAADDEDF7943}">
      <dgm:prSet/>
      <dgm:spPr/>
      <dgm:t>
        <a:bodyPr/>
        <a:lstStyle/>
        <a:p>
          <a:endParaRPr lang="en-US"/>
        </a:p>
      </dgm:t>
    </dgm:pt>
    <dgm:pt modelId="{7C30C277-7BA4-4D54-95CE-D1CFB132616A}" type="sibTrans" cxnId="{DF19495E-833C-4C28-B011-FAADDEDF7943}">
      <dgm:prSet/>
      <dgm:spPr/>
      <dgm:t>
        <a:bodyPr/>
        <a:lstStyle/>
        <a:p>
          <a:endParaRPr lang="en-US"/>
        </a:p>
      </dgm:t>
    </dgm:pt>
    <dgm:pt modelId="{6DBCAA01-EC92-4DD9-BDFC-A8C0AF3C4789}">
      <dgm:prSet/>
      <dgm:spPr/>
      <dgm:t>
        <a:bodyPr/>
        <a:lstStyle/>
        <a:p>
          <a:r>
            <a:rPr lang="en-US" baseline="0"/>
            <a:t>Eating healthy food</a:t>
          </a:r>
          <a:endParaRPr lang="en-US"/>
        </a:p>
      </dgm:t>
    </dgm:pt>
    <dgm:pt modelId="{A3C09A72-1225-40D1-A7EF-476846D4C934}" type="parTrans" cxnId="{864197D6-D559-4096-A860-D8591E0EE3FC}">
      <dgm:prSet/>
      <dgm:spPr/>
      <dgm:t>
        <a:bodyPr/>
        <a:lstStyle/>
        <a:p>
          <a:endParaRPr lang="en-US"/>
        </a:p>
      </dgm:t>
    </dgm:pt>
    <dgm:pt modelId="{629F2FEE-9421-4DC3-8CFF-415B7693CCD8}" type="sibTrans" cxnId="{864197D6-D559-4096-A860-D8591E0EE3FC}">
      <dgm:prSet/>
      <dgm:spPr/>
      <dgm:t>
        <a:bodyPr/>
        <a:lstStyle/>
        <a:p>
          <a:endParaRPr lang="en-US"/>
        </a:p>
      </dgm:t>
    </dgm:pt>
    <dgm:pt modelId="{686DF532-CAB8-47C2-978C-C31C9CC44EF6}">
      <dgm:prSet/>
      <dgm:spPr/>
      <dgm:t>
        <a:bodyPr/>
        <a:lstStyle/>
        <a:p>
          <a:r>
            <a:rPr lang="en-US" baseline="0"/>
            <a:t>Being active</a:t>
          </a:r>
          <a:endParaRPr lang="en-US"/>
        </a:p>
      </dgm:t>
    </dgm:pt>
    <dgm:pt modelId="{9173634D-1624-4004-A9A4-DF3183EC222D}" type="parTrans" cxnId="{599F3D4A-AA08-4B28-9004-E32461EE14A0}">
      <dgm:prSet/>
      <dgm:spPr/>
      <dgm:t>
        <a:bodyPr/>
        <a:lstStyle/>
        <a:p>
          <a:endParaRPr lang="en-US"/>
        </a:p>
      </dgm:t>
    </dgm:pt>
    <dgm:pt modelId="{6E7B1286-05F5-4667-8664-DED0890171FE}" type="sibTrans" cxnId="{599F3D4A-AA08-4B28-9004-E32461EE14A0}">
      <dgm:prSet/>
      <dgm:spPr/>
      <dgm:t>
        <a:bodyPr/>
        <a:lstStyle/>
        <a:p>
          <a:endParaRPr lang="en-US"/>
        </a:p>
      </dgm:t>
    </dgm:pt>
    <dgm:pt modelId="{9A7217E6-47D9-45D5-973E-69C9D5E07AF9}">
      <dgm:prSet/>
      <dgm:spPr/>
      <dgm:t>
        <a:bodyPr/>
        <a:lstStyle/>
        <a:p>
          <a:r>
            <a:rPr lang="en-US" baseline="0"/>
            <a:t>Taking medicine as prescribed</a:t>
          </a:r>
          <a:endParaRPr lang="en-US"/>
        </a:p>
      </dgm:t>
    </dgm:pt>
    <dgm:pt modelId="{F7AA78D5-8874-48AC-8D44-5276A024945A}" type="parTrans" cxnId="{9375552F-E658-484C-916A-4F0354310393}">
      <dgm:prSet/>
      <dgm:spPr/>
      <dgm:t>
        <a:bodyPr/>
        <a:lstStyle/>
        <a:p>
          <a:endParaRPr lang="en-US"/>
        </a:p>
      </dgm:t>
    </dgm:pt>
    <dgm:pt modelId="{A2BA9190-7698-4C5A-BE3D-F1AF705FF39E}" type="sibTrans" cxnId="{9375552F-E658-484C-916A-4F0354310393}">
      <dgm:prSet/>
      <dgm:spPr/>
      <dgm:t>
        <a:bodyPr/>
        <a:lstStyle/>
        <a:p>
          <a:endParaRPr lang="en-US"/>
        </a:p>
      </dgm:t>
    </dgm:pt>
    <dgm:pt modelId="{F9AC01F5-9778-4EF9-99E1-DE815FFAB516}">
      <dgm:prSet/>
      <dgm:spPr/>
      <dgm:t>
        <a:bodyPr/>
        <a:lstStyle/>
        <a:p>
          <a:r>
            <a:rPr lang="en-US" baseline="0"/>
            <a:t>Self-management</a:t>
          </a:r>
          <a:endParaRPr lang="en-US"/>
        </a:p>
      </dgm:t>
    </dgm:pt>
    <dgm:pt modelId="{D56EDDCE-4FAF-4484-AA25-3226C77E97E2}" type="parTrans" cxnId="{C0392B5A-7BA2-4E47-902A-DADD7583C5E3}">
      <dgm:prSet/>
      <dgm:spPr/>
      <dgm:t>
        <a:bodyPr/>
        <a:lstStyle/>
        <a:p>
          <a:endParaRPr lang="en-US"/>
        </a:p>
      </dgm:t>
    </dgm:pt>
    <dgm:pt modelId="{F065C8AA-F6AF-4A6B-A1E2-B4361C25CC8A}" type="sibTrans" cxnId="{C0392B5A-7BA2-4E47-902A-DADD7583C5E3}">
      <dgm:prSet/>
      <dgm:spPr/>
      <dgm:t>
        <a:bodyPr/>
        <a:lstStyle/>
        <a:p>
          <a:endParaRPr lang="en-US"/>
        </a:p>
      </dgm:t>
    </dgm:pt>
    <dgm:pt modelId="{E4E59690-4AB9-4AA7-91D8-BFD10DECBE99}">
      <dgm:prSet/>
      <dgm:spPr/>
      <dgm:t>
        <a:bodyPr/>
        <a:lstStyle/>
        <a:p>
          <a:r>
            <a:rPr lang="en-US" baseline="0"/>
            <a:t>Healthcare appointments</a:t>
          </a:r>
          <a:endParaRPr lang="en-US"/>
        </a:p>
      </dgm:t>
    </dgm:pt>
    <dgm:pt modelId="{BB8CA3CC-3A43-4C45-B1E7-053861AC03F5}" type="parTrans" cxnId="{8D24D1BF-38A6-401B-A662-C08F0E5B2141}">
      <dgm:prSet/>
      <dgm:spPr/>
      <dgm:t>
        <a:bodyPr/>
        <a:lstStyle/>
        <a:p>
          <a:endParaRPr lang="en-US"/>
        </a:p>
      </dgm:t>
    </dgm:pt>
    <dgm:pt modelId="{3AA240B7-A0C4-4A4B-9FC1-C56667A88847}" type="sibTrans" cxnId="{8D24D1BF-38A6-401B-A662-C08F0E5B2141}">
      <dgm:prSet/>
      <dgm:spPr/>
      <dgm:t>
        <a:bodyPr/>
        <a:lstStyle/>
        <a:p>
          <a:endParaRPr lang="en-US"/>
        </a:p>
      </dgm:t>
    </dgm:pt>
    <dgm:pt modelId="{2FB00E74-003F-41B3-B6F2-333679EA29B4}" type="pres">
      <dgm:prSet presAssocID="{BFFE99ED-3063-429C-9874-41952568BFA2}" presName="linear" presStyleCnt="0">
        <dgm:presLayoutVars>
          <dgm:animLvl val="lvl"/>
          <dgm:resizeHandles val="exact"/>
        </dgm:presLayoutVars>
      </dgm:prSet>
      <dgm:spPr/>
    </dgm:pt>
    <dgm:pt modelId="{2E8CA202-25F7-4D1D-913C-4B6E807F6CE4}" type="pres">
      <dgm:prSet presAssocID="{B67EF783-20B1-4E1D-973A-8CF798615A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1E8713-7630-4372-9FAA-3F5B175F34FC}" type="pres">
      <dgm:prSet presAssocID="{1FB9BFEB-49B2-4021-88A3-2DB155B9BCAD}" presName="spacer" presStyleCnt="0"/>
      <dgm:spPr/>
    </dgm:pt>
    <dgm:pt modelId="{8BE7E47E-380C-45AF-B306-C36263E756E2}" type="pres">
      <dgm:prSet presAssocID="{F916D319-D9BB-4C57-B762-02E03DEC9DD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4011AF2-31D5-4BCC-B623-FA6BBB1C4E7A}" type="pres">
      <dgm:prSet presAssocID="{F916D319-D9BB-4C57-B762-02E03DEC9DD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7B11E1D-A27C-4E3B-9340-8F38B71705F0}" type="presOf" srcId="{F916D319-D9BB-4C57-B762-02E03DEC9DD1}" destId="{8BE7E47E-380C-45AF-B306-C36263E756E2}" srcOrd="0" destOrd="0" presId="urn:microsoft.com/office/officeart/2005/8/layout/vList2"/>
    <dgm:cxn modelId="{9375552F-E658-484C-916A-4F0354310393}" srcId="{F916D319-D9BB-4C57-B762-02E03DEC9DD1}" destId="{9A7217E6-47D9-45D5-973E-69C9D5E07AF9}" srcOrd="3" destOrd="0" parTransId="{F7AA78D5-8874-48AC-8D44-5276A024945A}" sibTransId="{A2BA9190-7698-4C5A-BE3D-F1AF705FF39E}"/>
    <dgm:cxn modelId="{D9785436-261A-4E97-9C59-A06591B0024C}" srcId="{BFFE99ED-3063-429C-9874-41952568BFA2}" destId="{B67EF783-20B1-4E1D-973A-8CF798615A2C}" srcOrd="0" destOrd="0" parTransId="{996F0094-3C7D-44F2-8B03-54B260C956B3}" sibTransId="{1FB9BFEB-49B2-4021-88A3-2DB155B9BCAD}"/>
    <dgm:cxn modelId="{DF19495E-833C-4C28-B011-FAADDEDF7943}" srcId="{F916D319-D9BB-4C57-B762-02E03DEC9DD1}" destId="{1C3E80A0-E01D-4B21-8523-4A9675959D76}" srcOrd="0" destOrd="0" parTransId="{E362E08F-C8BC-453D-87C1-70E65238E507}" sibTransId="{7C30C277-7BA4-4D54-95CE-D1CFB132616A}"/>
    <dgm:cxn modelId="{D5692068-36D1-47C3-88A8-8E25B54BDDA3}" type="presOf" srcId="{686DF532-CAB8-47C2-978C-C31C9CC44EF6}" destId="{54011AF2-31D5-4BCC-B623-FA6BBB1C4E7A}" srcOrd="0" destOrd="2" presId="urn:microsoft.com/office/officeart/2005/8/layout/vList2"/>
    <dgm:cxn modelId="{AFCE0B49-8A6F-499F-A62F-046763440951}" type="presOf" srcId="{BFFE99ED-3063-429C-9874-41952568BFA2}" destId="{2FB00E74-003F-41B3-B6F2-333679EA29B4}" srcOrd="0" destOrd="0" presId="urn:microsoft.com/office/officeart/2005/8/layout/vList2"/>
    <dgm:cxn modelId="{599F3D4A-AA08-4B28-9004-E32461EE14A0}" srcId="{F916D319-D9BB-4C57-B762-02E03DEC9DD1}" destId="{686DF532-CAB8-47C2-978C-C31C9CC44EF6}" srcOrd="2" destOrd="0" parTransId="{9173634D-1624-4004-A9A4-DF3183EC222D}" sibTransId="{6E7B1286-05F5-4667-8664-DED0890171FE}"/>
    <dgm:cxn modelId="{EB7B8D6C-3950-46E2-A561-25B2B528F6A6}" type="presOf" srcId="{B67EF783-20B1-4E1D-973A-8CF798615A2C}" destId="{2E8CA202-25F7-4D1D-913C-4B6E807F6CE4}" srcOrd="0" destOrd="0" presId="urn:microsoft.com/office/officeart/2005/8/layout/vList2"/>
    <dgm:cxn modelId="{C0392B5A-7BA2-4E47-902A-DADD7583C5E3}" srcId="{F916D319-D9BB-4C57-B762-02E03DEC9DD1}" destId="{F9AC01F5-9778-4EF9-99E1-DE815FFAB516}" srcOrd="4" destOrd="0" parTransId="{D56EDDCE-4FAF-4484-AA25-3226C77E97E2}" sibTransId="{F065C8AA-F6AF-4A6B-A1E2-B4361C25CC8A}"/>
    <dgm:cxn modelId="{5651149B-017D-4851-8AF4-DF02ECE56466}" type="presOf" srcId="{6DBCAA01-EC92-4DD9-BDFC-A8C0AF3C4789}" destId="{54011AF2-31D5-4BCC-B623-FA6BBB1C4E7A}" srcOrd="0" destOrd="1" presId="urn:microsoft.com/office/officeart/2005/8/layout/vList2"/>
    <dgm:cxn modelId="{F77525B5-FEC4-499D-9197-C79F94918225}" type="presOf" srcId="{F9AC01F5-9778-4EF9-99E1-DE815FFAB516}" destId="{54011AF2-31D5-4BCC-B623-FA6BBB1C4E7A}" srcOrd="0" destOrd="4" presId="urn:microsoft.com/office/officeart/2005/8/layout/vList2"/>
    <dgm:cxn modelId="{8D24D1BF-38A6-401B-A662-C08F0E5B2141}" srcId="{F916D319-D9BB-4C57-B762-02E03DEC9DD1}" destId="{E4E59690-4AB9-4AA7-91D8-BFD10DECBE99}" srcOrd="5" destOrd="0" parTransId="{BB8CA3CC-3A43-4C45-B1E7-053861AC03F5}" sibTransId="{3AA240B7-A0C4-4A4B-9FC1-C56667A88847}"/>
    <dgm:cxn modelId="{40D207C1-2B3E-4B0B-B3BD-2FC027BB3A08}" type="presOf" srcId="{9A7217E6-47D9-45D5-973E-69C9D5E07AF9}" destId="{54011AF2-31D5-4BCC-B623-FA6BBB1C4E7A}" srcOrd="0" destOrd="3" presId="urn:microsoft.com/office/officeart/2005/8/layout/vList2"/>
    <dgm:cxn modelId="{7A5250D2-5B4E-4DF5-AD9F-3B5ADDF9D771}" srcId="{BFFE99ED-3063-429C-9874-41952568BFA2}" destId="{F916D319-D9BB-4C57-B762-02E03DEC9DD1}" srcOrd="1" destOrd="0" parTransId="{D2D0126E-7C4B-4041-AD75-1C5F7FB5DD0E}" sibTransId="{0821AB0E-6AC2-4FBD-A129-8FC20E66370F}"/>
    <dgm:cxn modelId="{864197D6-D559-4096-A860-D8591E0EE3FC}" srcId="{F916D319-D9BB-4C57-B762-02E03DEC9DD1}" destId="{6DBCAA01-EC92-4DD9-BDFC-A8C0AF3C4789}" srcOrd="1" destOrd="0" parTransId="{A3C09A72-1225-40D1-A7EF-476846D4C934}" sibTransId="{629F2FEE-9421-4DC3-8CFF-415B7693CCD8}"/>
    <dgm:cxn modelId="{0A16A5F0-8B3B-445C-A0A2-A0993706E72D}" type="presOf" srcId="{E4E59690-4AB9-4AA7-91D8-BFD10DECBE99}" destId="{54011AF2-31D5-4BCC-B623-FA6BBB1C4E7A}" srcOrd="0" destOrd="5" presId="urn:microsoft.com/office/officeart/2005/8/layout/vList2"/>
    <dgm:cxn modelId="{B97ABCF2-9224-438D-8CF6-09BA0C35DC5F}" type="presOf" srcId="{1C3E80A0-E01D-4B21-8523-4A9675959D76}" destId="{54011AF2-31D5-4BCC-B623-FA6BBB1C4E7A}" srcOrd="0" destOrd="0" presId="urn:microsoft.com/office/officeart/2005/8/layout/vList2"/>
    <dgm:cxn modelId="{35DA9F43-DD34-498F-B53B-993CD83DAFEB}" type="presParOf" srcId="{2FB00E74-003F-41B3-B6F2-333679EA29B4}" destId="{2E8CA202-25F7-4D1D-913C-4B6E807F6CE4}" srcOrd="0" destOrd="0" presId="urn:microsoft.com/office/officeart/2005/8/layout/vList2"/>
    <dgm:cxn modelId="{28BDC828-14C4-4E0D-9613-03759E31259D}" type="presParOf" srcId="{2FB00E74-003F-41B3-B6F2-333679EA29B4}" destId="{111E8713-7630-4372-9FAA-3F5B175F34FC}" srcOrd="1" destOrd="0" presId="urn:microsoft.com/office/officeart/2005/8/layout/vList2"/>
    <dgm:cxn modelId="{3A74EB2C-4993-433E-A83D-9B0929FF4227}" type="presParOf" srcId="{2FB00E74-003F-41B3-B6F2-333679EA29B4}" destId="{8BE7E47E-380C-45AF-B306-C36263E756E2}" srcOrd="2" destOrd="0" presId="urn:microsoft.com/office/officeart/2005/8/layout/vList2"/>
    <dgm:cxn modelId="{67A8FC4E-89C5-40A1-A993-FBE97C01C5E5}" type="presParOf" srcId="{2FB00E74-003F-41B3-B6F2-333679EA29B4}" destId="{54011AF2-31D5-4BCC-B623-FA6BBB1C4E7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3F22E4-FA2F-4A22-91B5-6E78BBB09D46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45A733-82C3-40BA-A8B0-BE19F012018B}">
      <dgm:prSet/>
      <dgm:spPr/>
      <dgm:t>
        <a:bodyPr/>
        <a:lstStyle/>
        <a:p>
          <a:r>
            <a:rPr lang="en-US"/>
            <a:t>Population</a:t>
          </a:r>
        </a:p>
      </dgm:t>
    </dgm:pt>
    <dgm:pt modelId="{CB759A6B-8609-44EC-880E-8C9B3BF69087}" type="parTrans" cxnId="{9F9CCEE3-CC0C-4E21-A641-56CFC68A1DCC}">
      <dgm:prSet/>
      <dgm:spPr/>
      <dgm:t>
        <a:bodyPr/>
        <a:lstStyle/>
        <a:p>
          <a:endParaRPr lang="en-US"/>
        </a:p>
      </dgm:t>
    </dgm:pt>
    <dgm:pt modelId="{726B2127-AAF2-4796-8C9A-1B6DB021BE8A}" type="sibTrans" cxnId="{9F9CCEE3-CC0C-4E21-A641-56CFC68A1DCC}">
      <dgm:prSet/>
      <dgm:spPr/>
      <dgm:t>
        <a:bodyPr/>
        <a:lstStyle/>
        <a:p>
          <a:endParaRPr lang="en-US"/>
        </a:p>
      </dgm:t>
    </dgm:pt>
    <dgm:pt modelId="{BE8ED718-69A0-415F-90F2-DC2A9B8D6C3C}">
      <dgm:prSet/>
      <dgm:spPr/>
      <dgm:t>
        <a:bodyPr/>
        <a:lstStyle/>
        <a:p>
          <a:r>
            <a:rPr lang="en-US"/>
            <a:t>Patients at a Health Clinic in Minneapolis</a:t>
          </a:r>
        </a:p>
      </dgm:t>
    </dgm:pt>
    <dgm:pt modelId="{3C4946F6-8C15-4547-A27E-DFA565F316C1}" type="parTrans" cxnId="{FFE8DAAD-F730-436B-A9EA-C0B2A74E0E4A}">
      <dgm:prSet/>
      <dgm:spPr/>
      <dgm:t>
        <a:bodyPr/>
        <a:lstStyle/>
        <a:p>
          <a:endParaRPr lang="en-US"/>
        </a:p>
      </dgm:t>
    </dgm:pt>
    <dgm:pt modelId="{7AEFAFB4-1531-44CD-8721-7867C6E8997E}" type="sibTrans" cxnId="{FFE8DAAD-F730-436B-A9EA-C0B2A74E0E4A}">
      <dgm:prSet/>
      <dgm:spPr/>
      <dgm:t>
        <a:bodyPr/>
        <a:lstStyle/>
        <a:p>
          <a:endParaRPr lang="en-US"/>
        </a:p>
      </dgm:t>
    </dgm:pt>
    <dgm:pt modelId="{025A7026-380E-4F6F-BEB8-837A828A6204}">
      <dgm:prSet/>
      <dgm:spPr/>
      <dgm:t>
        <a:bodyPr/>
        <a:lstStyle/>
        <a:p>
          <a:r>
            <a:rPr lang="en-US"/>
            <a:t>Sampling Method</a:t>
          </a:r>
        </a:p>
      </dgm:t>
    </dgm:pt>
    <dgm:pt modelId="{B861912E-0108-48AF-B06B-EB37282A0B24}" type="parTrans" cxnId="{AF3E1292-15B1-42A1-9D54-C45C34AEED16}">
      <dgm:prSet/>
      <dgm:spPr/>
      <dgm:t>
        <a:bodyPr/>
        <a:lstStyle/>
        <a:p>
          <a:endParaRPr lang="en-US"/>
        </a:p>
      </dgm:t>
    </dgm:pt>
    <dgm:pt modelId="{DA347A12-EBC1-4D60-9D6B-D274985186B0}" type="sibTrans" cxnId="{AF3E1292-15B1-42A1-9D54-C45C34AEED16}">
      <dgm:prSet/>
      <dgm:spPr/>
      <dgm:t>
        <a:bodyPr/>
        <a:lstStyle/>
        <a:p>
          <a:endParaRPr lang="en-US"/>
        </a:p>
      </dgm:t>
    </dgm:pt>
    <dgm:pt modelId="{DFA57851-0537-4DAC-8551-9CF011F9CA36}">
      <dgm:prSet/>
      <dgm:spPr/>
      <dgm:t>
        <a:bodyPr/>
        <a:lstStyle/>
        <a:p>
          <a:r>
            <a:rPr lang="en-US"/>
            <a:t>Patients include</a:t>
          </a:r>
        </a:p>
      </dgm:t>
    </dgm:pt>
    <dgm:pt modelId="{C0102E28-2028-4AC5-95C1-CF90264035F7}" type="parTrans" cxnId="{8026C026-4C43-41B9-8288-6FE06DA3483D}">
      <dgm:prSet/>
      <dgm:spPr/>
      <dgm:t>
        <a:bodyPr/>
        <a:lstStyle/>
        <a:p>
          <a:endParaRPr lang="en-US"/>
        </a:p>
      </dgm:t>
    </dgm:pt>
    <dgm:pt modelId="{23A76371-953C-46AA-9B8A-E48C88CEF46C}" type="sibTrans" cxnId="{8026C026-4C43-41B9-8288-6FE06DA3483D}">
      <dgm:prSet/>
      <dgm:spPr/>
      <dgm:t>
        <a:bodyPr/>
        <a:lstStyle/>
        <a:p>
          <a:endParaRPr lang="en-US"/>
        </a:p>
      </dgm:t>
    </dgm:pt>
    <dgm:pt modelId="{AB4E091F-A2A6-4D19-86E8-33434377222E}">
      <dgm:prSet/>
      <dgm:spPr/>
      <dgm:t>
        <a:bodyPr/>
        <a:lstStyle/>
        <a:p>
          <a:r>
            <a:rPr lang="en-US"/>
            <a:t>Those with Prediabetes</a:t>
          </a:r>
        </a:p>
      </dgm:t>
    </dgm:pt>
    <dgm:pt modelId="{AB121F1B-94C8-478F-B447-175C8E6489CB}" type="parTrans" cxnId="{C427429E-8730-4546-A98A-7BE0EFA9FA30}">
      <dgm:prSet/>
      <dgm:spPr/>
      <dgm:t>
        <a:bodyPr/>
        <a:lstStyle/>
        <a:p>
          <a:endParaRPr lang="en-US"/>
        </a:p>
      </dgm:t>
    </dgm:pt>
    <dgm:pt modelId="{56F71D88-7FDB-45BD-88A9-1D7272223A69}" type="sibTrans" cxnId="{C427429E-8730-4546-A98A-7BE0EFA9FA30}">
      <dgm:prSet/>
      <dgm:spPr/>
      <dgm:t>
        <a:bodyPr/>
        <a:lstStyle/>
        <a:p>
          <a:endParaRPr lang="en-US"/>
        </a:p>
      </dgm:t>
    </dgm:pt>
    <dgm:pt modelId="{82C80996-D449-4754-91B1-53E41B36CF05}">
      <dgm:prSet/>
      <dgm:spPr/>
      <dgm:t>
        <a:bodyPr/>
        <a:lstStyle/>
        <a:p>
          <a:r>
            <a:rPr lang="en-US"/>
            <a:t>Weight Loss Group</a:t>
          </a:r>
        </a:p>
      </dgm:t>
    </dgm:pt>
    <dgm:pt modelId="{2699417C-1838-4158-B974-96B2F0D4A794}" type="parTrans" cxnId="{962354D2-F96C-4B28-90B0-96B2B72091FD}">
      <dgm:prSet/>
      <dgm:spPr/>
      <dgm:t>
        <a:bodyPr/>
        <a:lstStyle/>
        <a:p>
          <a:endParaRPr lang="en-US"/>
        </a:p>
      </dgm:t>
    </dgm:pt>
    <dgm:pt modelId="{B2D00398-B509-4145-AEE0-F1A17BD4EF74}" type="sibTrans" cxnId="{962354D2-F96C-4B28-90B0-96B2B72091FD}">
      <dgm:prSet/>
      <dgm:spPr/>
      <dgm:t>
        <a:bodyPr/>
        <a:lstStyle/>
        <a:p>
          <a:endParaRPr lang="en-US"/>
        </a:p>
      </dgm:t>
    </dgm:pt>
    <dgm:pt modelId="{E3C35B7A-BC01-4ABE-8E28-E3BA5CDB4008}">
      <dgm:prSet/>
      <dgm:spPr/>
      <dgm:t>
        <a:bodyPr/>
        <a:lstStyle/>
        <a:p>
          <a:r>
            <a:rPr lang="en-US"/>
            <a:t>Sample Size</a:t>
          </a:r>
        </a:p>
      </dgm:t>
    </dgm:pt>
    <dgm:pt modelId="{26990DBA-F864-4E5C-A2B8-B922521D5F38}" type="parTrans" cxnId="{C9EA34D8-0671-41AB-BB6B-48A0D8583C6E}">
      <dgm:prSet/>
      <dgm:spPr/>
      <dgm:t>
        <a:bodyPr/>
        <a:lstStyle/>
        <a:p>
          <a:endParaRPr lang="en-US"/>
        </a:p>
      </dgm:t>
    </dgm:pt>
    <dgm:pt modelId="{389EA992-2029-453E-99AB-7493E3AE183B}" type="sibTrans" cxnId="{C9EA34D8-0671-41AB-BB6B-48A0D8583C6E}">
      <dgm:prSet/>
      <dgm:spPr/>
      <dgm:t>
        <a:bodyPr/>
        <a:lstStyle/>
        <a:p>
          <a:endParaRPr lang="en-US"/>
        </a:p>
      </dgm:t>
    </dgm:pt>
    <dgm:pt modelId="{006ECFE5-DC29-47B2-BDDB-225440A6BAF7}">
      <dgm:prSet/>
      <dgm:spPr/>
      <dgm:t>
        <a:bodyPr/>
        <a:lstStyle/>
        <a:p>
          <a:r>
            <a:rPr lang="en-US" dirty="0"/>
            <a:t>Dependent on patients currently enrolled.</a:t>
          </a:r>
        </a:p>
      </dgm:t>
    </dgm:pt>
    <dgm:pt modelId="{844B6B7C-1BB1-4F61-BB04-8A59F49B8BD9}" type="parTrans" cxnId="{CD11502E-5B28-4924-B38B-4CD455C39C2C}">
      <dgm:prSet/>
      <dgm:spPr/>
      <dgm:t>
        <a:bodyPr/>
        <a:lstStyle/>
        <a:p>
          <a:endParaRPr lang="en-US"/>
        </a:p>
      </dgm:t>
    </dgm:pt>
    <dgm:pt modelId="{C261C916-F786-4293-95A0-83AE8EB5B59B}" type="sibTrans" cxnId="{CD11502E-5B28-4924-B38B-4CD455C39C2C}">
      <dgm:prSet/>
      <dgm:spPr/>
      <dgm:t>
        <a:bodyPr/>
        <a:lstStyle/>
        <a:p>
          <a:endParaRPr lang="en-US"/>
        </a:p>
      </dgm:t>
    </dgm:pt>
    <dgm:pt modelId="{08DA5575-3790-4E74-9D55-FD5AD2646570}">
      <dgm:prSet/>
      <dgm:spPr/>
      <dgm:t>
        <a:bodyPr/>
        <a:lstStyle/>
        <a:p>
          <a:r>
            <a:rPr lang="en-US"/>
            <a:t>Duration of Class</a:t>
          </a:r>
        </a:p>
      </dgm:t>
    </dgm:pt>
    <dgm:pt modelId="{C7EF590F-4C40-4806-8667-162E954B82DE}" type="parTrans" cxnId="{2EBBE850-09A5-402D-B221-7A6CD8CD8F0D}">
      <dgm:prSet/>
      <dgm:spPr/>
      <dgm:t>
        <a:bodyPr/>
        <a:lstStyle/>
        <a:p>
          <a:endParaRPr lang="en-US"/>
        </a:p>
      </dgm:t>
    </dgm:pt>
    <dgm:pt modelId="{3E1524B4-B248-4117-B89E-0CD9ABB3A90D}" type="sibTrans" cxnId="{2EBBE850-09A5-402D-B221-7A6CD8CD8F0D}">
      <dgm:prSet/>
      <dgm:spPr/>
      <dgm:t>
        <a:bodyPr/>
        <a:lstStyle/>
        <a:p>
          <a:endParaRPr lang="en-US"/>
        </a:p>
      </dgm:t>
    </dgm:pt>
    <dgm:pt modelId="{7F5BBC01-C3E7-4CE1-A837-646936518C8B}">
      <dgm:prSet/>
      <dgm:spPr/>
      <dgm:t>
        <a:bodyPr/>
        <a:lstStyle/>
        <a:p>
          <a:r>
            <a:rPr lang="en-US"/>
            <a:t>8 Weeks.</a:t>
          </a:r>
        </a:p>
      </dgm:t>
    </dgm:pt>
    <dgm:pt modelId="{8F4C1BB9-B0E8-4BE1-883D-9082591816B3}" type="parTrans" cxnId="{FE607765-81E4-4CAA-815B-CAF53F9BC2BD}">
      <dgm:prSet/>
      <dgm:spPr/>
      <dgm:t>
        <a:bodyPr/>
        <a:lstStyle/>
        <a:p>
          <a:endParaRPr lang="en-US"/>
        </a:p>
      </dgm:t>
    </dgm:pt>
    <dgm:pt modelId="{9E3DDDC2-597D-4BF3-8560-FDD964AAA126}" type="sibTrans" cxnId="{FE607765-81E4-4CAA-815B-CAF53F9BC2BD}">
      <dgm:prSet/>
      <dgm:spPr/>
      <dgm:t>
        <a:bodyPr/>
        <a:lstStyle/>
        <a:p>
          <a:endParaRPr lang="en-US"/>
        </a:p>
      </dgm:t>
    </dgm:pt>
    <dgm:pt modelId="{F44980EF-EB3E-4610-B12A-8A965835B1CA}">
      <dgm:prSet/>
      <dgm:spPr/>
      <dgm:t>
        <a:bodyPr/>
        <a:lstStyle/>
        <a:p>
          <a:r>
            <a:rPr lang="en-US" dirty="0"/>
            <a:t>Pre-experiment Power Analysis</a:t>
          </a:r>
        </a:p>
      </dgm:t>
    </dgm:pt>
    <dgm:pt modelId="{948E405F-C8D1-49E8-ABE6-97690822B72F}" type="parTrans" cxnId="{FD4C92EA-312C-4B65-AB79-DC1534B1B4D8}">
      <dgm:prSet/>
      <dgm:spPr/>
      <dgm:t>
        <a:bodyPr/>
        <a:lstStyle/>
        <a:p>
          <a:endParaRPr lang="en-US"/>
        </a:p>
      </dgm:t>
    </dgm:pt>
    <dgm:pt modelId="{4535C668-5506-44B8-97E9-CBBB46A6316D}" type="sibTrans" cxnId="{FD4C92EA-312C-4B65-AB79-DC1534B1B4D8}">
      <dgm:prSet/>
      <dgm:spPr/>
      <dgm:t>
        <a:bodyPr/>
        <a:lstStyle/>
        <a:p>
          <a:endParaRPr lang="en-US"/>
        </a:p>
      </dgm:t>
    </dgm:pt>
    <dgm:pt modelId="{CBA4952E-737C-4B91-A3C7-62DA5FF54B8F}" type="pres">
      <dgm:prSet presAssocID="{CA3F22E4-FA2F-4A22-91B5-6E78BBB09D46}" presName="linear" presStyleCnt="0">
        <dgm:presLayoutVars>
          <dgm:animLvl val="lvl"/>
          <dgm:resizeHandles val="exact"/>
        </dgm:presLayoutVars>
      </dgm:prSet>
      <dgm:spPr/>
    </dgm:pt>
    <dgm:pt modelId="{3AF46831-C505-485E-BF81-3F819BE2199D}" type="pres">
      <dgm:prSet presAssocID="{7E45A733-82C3-40BA-A8B0-BE19F01201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5BA060-AF5A-4CC9-91BF-7E6F29871957}" type="pres">
      <dgm:prSet presAssocID="{7E45A733-82C3-40BA-A8B0-BE19F012018B}" presName="childText" presStyleLbl="revTx" presStyleIdx="0" presStyleCnt="4">
        <dgm:presLayoutVars>
          <dgm:bulletEnabled val="1"/>
        </dgm:presLayoutVars>
      </dgm:prSet>
      <dgm:spPr/>
    </dgm:pt>
    <dgm:pt modelId="{49F3637B-593C-4C46-9DA8-4066B1AA31B8}" type="pres">
      <dgm:prSet presAssocID="{025A7026-380E-4F6F-BEB8-837A828A62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66A050-68D9-4B2E-804D-D73AFFFED133}" type="pres">
      <dgm:prSet presAssocID="{025A7026-380E-4F6F-BEB8-837A828A6204}" presName="childText" presStyleLbl="revTx" presStyleIdx="1" presStyleCnt="4">
        <dgm:presLayoutVars>
          <dgm:bulletEnabled val="1"/>
        </dgm:presLayoutVars>
      </dgm:prSet>
      <dgm:spPr/>
    </dgm:pt>
    <dgm:pt modelId="{56B39623-7370-4AB9-99BF-C2119FAA9F78}" type="pres">
      <dgm:prSet presAssocID="{E3C35B7A-BC01-4ABE-8E28-E3BA5CDB40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5C4E06-0B69-43A9-83CE-D4C5B4B3F615}" type="pres">
      <dgm:prSet presAssocID="{E3C35B7A-BC01-4ABE-8E28-E3BA5CDB4008}" presName="childText" presStyleLbl="revTx" presStyleIdx="2" presStyleCnt="4">
        <dgm:presLayoutVars>
          <dgm:bulletEnabled val="1"/>
        </dgm:presLayoutVars>
      </dgm:prSet>
      <dgm:spPr/>
    </dgm:pt>
    <dgm:pt modelId="{2821B7F2-45DC-47E5-B589-5B91B0193F80}" type="pres">
      <dgm:prSet presAssocID="{08DA5575-3790-4E74-9D55-FD5AD264657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74DA55E-11EA-48AF-BB82-B5B58204492C}" type="pres">
      <dgm:prSet presAssocID="{08DA5575-3790-4E74-9D55-FD5AD264657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C97AD1A-FCDC-4F93-B814-3AA8DB2C352B}" type="presOf" srcId="{BE8ED718-69A0-415F-90F2-DC2A9B8D6C3C}" destId="{655BA060-AF5A-4CC9-91BF-7E6F29871957}" srcOrd="0" destOrd="0" presId="urn:microsoft.com/office/officeart/2005/8/layout/vList2"/>
    <dgm:cxn modelId="{8026C026-4C43-41B9-8288-6FE06DA3483D}" srcId="{025A7026-380E-4F6F-BEB8-837A828A6204}" destId="{DFA57851-0537-4DAC-8551-9CF011F9CA36}" srcOrd="0" destOrd="0" parTransId="{C0102E28-2028-4AC5-95C1-CF90264035F7}" sibTransId="{23A76371-953C-46AA-9B8A-E48C88CEF46C}"/>
    <dgm:cxn modelId="{37F4012A-08BB-46F9-B984-EBF668E2FEEC}" type="presOf" srcId="{E3C35B7A-BC01-4ABE-8E28-E3BA5CDB4008}" destId="{56B39623-7370-4AB9-99BF-C2119FAA9F78}" srcOrd="0" destOrd="0" presId="urn:microsoft.com/office/officeart/2005/8/layout/vList2"/>
    <dgm:cxn modelId="{CD11502E-5B28-4924-B38B-4CD455C39C2C}" srcId="{E3C35B7A-BC01-4ABE-8E28-E3BA5CDB4008}" destId="{006ECFE5-DC29-47B2-BDDB-225440A6BAF7}" srcOrd="0" destOrd="0" parTransId="{844B6B7C-1BB1-4F61-BB04-8A59F49B8BD9}" sibTransId="{C261C916-F786-4293-95A0-83AE8EB5B59B}"/>
    <dgm:cxn modelId="{34EBB35C-96C4-4A1C-80A0-5ABBF8CBA64E}" type="presOf" srcId="{AB4E091F-A2A6-4D19-86E8-33434377222E}" destId="{2666A050-68D9-4B2E-804D-D73AFFFED133}" srcOrd="0" destOrd="1" presId="urn:microsoft.com/office/officeart/2005/8/layout/vList2"/>
    <dgm:cxn modelId="{FE607765-81E4-4CAA-815B-CAF53F9BC2BD}" srcId="{08DA5575-3790-4E74-9D55-FD5AD2646570}" destId="{7F5BBC01-C3E7-4CE1-A837-646936518C8B}" srcOrd="0" destOrd="0" parTransId="{8F4C1BB9-B0E8-4BE1-883D-9082591816B3}" sibTransId="{9E3DDDC2-597D-4BF3-8560-FDD964AAA126}"/>
    <dgm:cxn modelId="{83A7F845-2D02-4C25-991E-F1383BF956F2}" type="presOf" srcId="{F44980EF-EB3E-4610-B12A-8A965835B1CA}" destId="{FD5C4E06-0B69-43A9-83CE-D4C5B4B3F615}" srcOrd="0" destOrd="1" presId="urn:microsoft.com/office/officeart/2005/8/layout/vList2"/>
    <dgm:cxn modelId="{059B5E4B-5C09-4EB9-850A-E18448F2FE41}" type="presOf" srcId="{006ECFE5-DC29-47B2-BDDB-225440A6BAF7}" destId="{FD5C4E06-0B69-43A9-83CE-D4C5B4B3F615}" srcOrd="0" destOrd="0" presId="urn:microsoft.com/office/officeart/2005/8/layout/vList2"/>
    <dgm:cxn modelId="{2EBBE850-09A5-402D-B221-7A6CD8CD8F0D}" srcId="{CA3F22E4-FA2F-4A22-91B5-6E78BBB09D46}" destId="{08DA5575-3790-4E74-9D55-FD5AD2646570}" srcOrd="3" destOrd="0" parTransId="{C7EF590F-4C40-4806-8667-162E954B82DE}" sibTransId="{3E1524B4-B248-4117-B89E-0CD9ABB3A90D}"/>
    <dgm:cxn modelId="{89828C85-8057-4A49-8145-6F30B67CFA0A}" type="presOf" srcId="{CA3F22E4-FA2F-4A22-91B5-6E78BBB09D46}" destId="{CBA4952E-737C-4B91-A3C7-62DA5FF54B8F}" srcOrd="0" destOrd="0" presId="urn:microsoft.com/office/officeart/2005/8/layout/vList2"/>
    <dgm:cxn modelId="{AF3E1292-15B1-42A1-9D54-C45C34AEED16}" srcId="{CA3F22E4-FA2F-4A22-91B5-6E78BBB09D46}" destId="{025A7026-380E-4F6F-BEB8-837A828A6204}" srcOrd="1" destOrd="0" parTransId="{B861912E-0108-48AF-B06B-EB37282A0B24}" sibTransId="{DA347A12-EBC1-4D60-9D6B-D274985186B0}"/>
    <dgm:cxn modelId="{79A67397-9D80-4115-ACC7-91CFFCB0B3F1}" type="presOf" srcId="{7F5BBC01-C3E7-4CE1-A837-646936518C8B}" destId="{674DA55E-11EA-48AF-BB82-B5B58204492C}" srcOrd="0" destOrd="0" presId="urn:microsoft.com/office/officeart/2005/8/layout/vList2"/>
    <dgm:cxn modelId="{C427429E-8730-4546-A98A-7BE0EFA9FA30}" srcId="{DFA57851-0537-4DAC-8551-9CF011F9CA36}" destId="{AB4E091F-A2A6-4D19-86E8-33434377222E}" srcOrd="0" destOrd="0" parTransId="{AB121F1B-94C8-478F-B447-175C8E6489CB}" sibTransId="{56F71D88-7FDB-45BD-88A9-1D7272223A69}"/>
    <dgm:cxn modelId="{F2FEBD9F-D017-4467-B034-A2AD3FB6E959}" type="presOf" srcId="{08DA5575-3790-4E74-9D55-FD5AD2646570}" destId="{2821B7F2-45DC-47E5-B589-5B91B0193F80}" srcOrd="0" destOrd="0" presId="urn:microsoft.com/office/officeart/2005/8/layout/vList2"/>
    <dgm:cxn modelId="{FFE8DAAD-F730-436B-A9EA-C0B2A74E0E4A}" srcId="{7E45A733-82C3-40BA-A8B0-BE19F012018B}" destId="{BE8ED718-69A0-415F-90F2-DC2A9B8D6C3C}" srcOrd="0" destOrd="0" parTransId="{3C4946F6-8C15-4547-A27E-DFA565F316C1}" sibTransId="{7AEFAFB4-1531-44CD-8721-7867C6E8997E}"/>
    <dgm:cxn modelId="{DE3073B3-A798-4CFD-A5B5-8F1E41E35684}" type="presOf" srcId="{7E45A733-82C3-40BA-A8B0-BE19F012018B}" destId="{3AF46831-C505-485E-BF81-3F819BE2199D}" srcOrd="0" destOrd="0" presId="urn:microsoft.com/office/officeart/2005/8/layout/vList2"/>
    <dgm:cxn modelId="{F7C2C1BF-C0AC-4D58-9B97-C14A4D6B6653}" type="presOf" srcId="{025A7026-380E-4F6F-BEB8-837A828A6204}" destId="{49F3637B-593C-4C46-9DA8-4066B1AA31B8}" srcOrd="0" destOrd="0" presId="urn:microsoft.com/office/officeart/2005/8/layout/vList2"/>
    <dgm:cxn modelId="{962354D2-F96C-4B28-90B0-96B2B72091FD}" srcId="{DFA57851-0537-4DAC-8551-9CF011F9CA36}" destId="{82C80996-D449-4754-91B1-53E41B36CF05}" srcOrd="1" destOrd="0" parTransId="{2699417C-1838-4158-B974-96B2F0D4A794}" sibTransId="{B2D00398-B509-4145-AEE0-F1A17BD4EF74}"/>
    <dgm:cxn modelId="{C9EA34D8-0671-41AB-BB6B-48A0D8583C6E}" srcId="{CA3F22E4-FA2F-4A22-91B5-6E78BBB09D46}" destId="{E3C35B7A-BC01-4ABE-8E28-E3BA5CDB4008}" srcOrd="2" destOrd="0" parTransId="{26990DBA-F864-4E5C-A2B8-B922521D5F38}" sibTransId="{389EA992-2029-453E-99AB-7493E3AE183B}"/>
    <dgm:cxn modelId="{9F9CCEE3-CC0C-4E21-A641-56CFC68A1DCC}" srcId="{CA3F22E4-FA2F-4A22-91B5-6E78BBB09D46}" destId="{7E45A733-82C3-40BA-A8B0-BE19F012018B}" srcOrd="0" destOrd="0" parTransId="{CB759A6B-8609-44EC-880E-8C9B3BF69087}" sibTransId="{726B2127-AAF2-4796-8C9A-1B6DB021BE8A}"/>
    <dgm:cxn modelId="{85BDD8E6-6349-4671-8071-B0D0A7530B8D}" type="presOf" srcId="{82C80996-D449-4754-91B1-53E41B36CF05}" destId="{2666A050-68D9-4B2E-804D-D73AFFFED133}" srcOrd="0" destOrd="2" presId="urn:microsoft.com/office/officeart/2005/8/layout/vList2"/>
    <dgm:cxn modelId="{FD4C92EA-312C-4B65-AB79-DC1534B1B4D8}" srcId="{006ECFE5-DC29-47B2-BDDB-225440A6BAF7}" destId="{F44980EF-EB3E-4610-B12A-8A965835B1CA}" srcOrd="0" destOrd="0" parTransId="{948E405F-C8D1-49E8-ABE6-97690822B72F}" sibTransId="{4535C668-5506-44B8-97E9-CBBB46A6316D}"/>
    <dgm:cxn modelId="{04C8ADF7-A2B3-4FAA-B97E-AA1E7A7A1823}" type="presOf" srcId="{DFA57851-0537-4DAC-8551-9CF011F9CA36}" destId="{2666A050-68D9-4B2E-804D-D73AFFFED133}" srcOrd="0" destOrd="0" presId="urn:microsoft.com/office/officeart/2005/8/layout/vList2"/>
    <dgm:cxn modelId="{422D924A-7377-496E-ABE7-9BA1A5D941ED}" type="presParOf" srcId="{CBA4952E-737C-4B91-A3C7-62DA5FF54B8F}" destId="{3AF46831-C505-485E-BF81-3F819BE2199D}" srcOrd="0" destOrd="0" presId="urn:microsoft.com/office/officeart/2005/8/layout/vList2"/>
    <dgm:cxn modelId="{F719E1DA-A75A-4AEB-8063-9302F31EB656}" type="presParOf" srcId="{CBA4952E-737C-4B91-A3C7-62DA5FF54B8F}" destId="{655BA060-AF5A-4CC9-91BF-7E6F29871957}" srcOrd="1" destOrd="0" presId="urn:microsoft.com/office/officeart/2005/8/layout/vList2"/>
    <dgm:cxn modelId="{2D8C22DE-60DA-47CB-B22D-5D9869A81E75}" type="presParOf" srcId="{CBA4952E-737C-4B91-A3C7-62DA5FF54B8F}" destId="{49F3637B-593C-4C46-9DA8-4066B1AA31B8}" srcOrd="2" destOrd="0" presId="urn:microsoft.com/office/officeart/2005/8/layout/vList2"/>
    <dgm:cxn modelId="{4D21E66D-48DB-467B-A4D8-E546A28298F4}" type="presParOf" srcId="{CBA4952E-737C-4B91-A3C7-62DA5FF54B8F}" destId="{2666A050-68D9-4B2E-804D-D73AFFFED133}" srcOrd="3" destOrd="0" presId="urn:microsoft.com/office/officeart/2005/8/layout/vList2"/>
    <dgm:cxn modelId="{94942037-6A74-4D54-8ED0-0B21A9952817}" type="presParOf" srcId="{CBA4952E-737C-4B91-A3C7-62DA5FF54B8F}" destId="{56B39623-7370-4AB9-99BF-C2119FAA9F78}" srcOrd="4" destOrd="0" presId="urn:microsoft.com/office/officeart/2005/8/layout/vList2"/>
    <dgm:cxn modelId="{90EA7B1D-3A81-409A-9106-B83E7539D8EB}" type="presParOf" srcId="{CBA4952E-737C-4B91-A3C7-62DA5FF54B8F}" destId="{FD5C4E06-0B69-43A9-83CE-D4C5B4B3F615}" srcOrd="5" destOrd="0" presId="urn:microsoft.com/office/officeart/2005/8/layout/vList2"/>
    <dgm:cxn modelId="{BA8F9471-81BE-4679-B0A3-1159D0C40316}" type="presParOf" srcId="{CBA4952E-737C-4B91-A3C7-62DA5FF54B8F}" destId="{2821B7F2-45DC-47E5-B589-5B91B0193F80}" srcOrd="6" destOrd="0" presId="urn:microsoft.com/office/officeart/2005/8/layout/vList2"/>
    <dgm:cxn modelId="{491DC24A-60C5-4AC7-8DAA-278EF39F0460}" type="presParOf" srcId="{CBA4952E-737C-4B91-A3C7-62DA5FF54B8F}" destId="{674DA55E-11EA-48AF-BB82-B5B58204492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665495-B448-465B-9062-4713CF93D52D}" type="doc">
      <dgm:prSet loTypeId="urn:microsoft.com/office/officeart/2009/3/layout/HorizontalOrganizationChart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83480D2-8DA3-43B6-85D5-173B53BF855E}">
      <dgm:prSet/>
      <dgm:spPr/>
      <dgm:t>
        <a:bodyPr/>
        <a:lstStyle/>
        <a:p>
          <a:r>
            <a:rPr lang="en-US" baseline="0" dirty="0"/>
            <a:t>Endpoint Measurements</a:t>
          </a:r>
          <a:endParaRPr lang="en-US" dirty="0"/>
        </a:p>
      </dgm:t>
    </dgm:pt>
    <dgm:pt modelId="{22D2D25F-A90B-43A0-B00A-8E70D96A16EC}" type="parTrans" cxnId="{1EE33048-7D4B-48B8-999E-1D1BCC8896B4}">
      <dgm:prSet/>
      <dgm:spPr/>
      <dgm:t>
        <a:bodyPr/>
        <a:lstStyle/>
        <a:p>
          <a:endParaRPr lang="en-US"/>
        </a:p>
      </dgm:t>
    </dgm:pt>
    <dgm:pt modelId="{8648B172-DC34-44F1-9DC9-84159AC7F4D6}" type="sibTrans" cxnId="{1EE33048-7D4B-48B8-999E-1D1BCC8896B4}">
      <dgm:prSet/>
      <dgm:spPr/>
      <dgm:t>
        <a:bodyPr/>
        <a:lstStyle/>
        <a:p>
          <a:endParaRPr lang="en-US"/>
        </a:p>
      </dgm:t>
    </dgm:pt>
    <dgm:pt modelId="{877D7F3F-8FE3-4D3D-893F-5E83AD67B81F}">
      <dgm:prSet/>
      <dgm:spPr/>
      <dgm:t>
        <a:bodyPr/>
        <a:lstStyle/>
        <a:p>
          <a:r>
            <a:rPr lang="en-US" baseline="0"/>
            <a:t>A1C%, numeric %</a:t>
          </a:r>
          <a:endParaRPr lang="en-US"/>
        </a:p>
      </dgm:t>
    </dgm:pt>
    <dgm:pt modelId="{F70702DF-A945-4CD8-9BAA-300B9E87F7CD}" type="parTrans" cxnId="{08FD221B-320C-4246-A0C8-50ADFD632750}">
      <dgm:prSet/>
      <dgm:spPr/>
      <dgm:t>
        <a:bodyPr/>
        <a:lstStyle/>
        <a:p>
          <a:endParaRPr lang="en-US"/>
        </a:p>
      </dgm:t>
    </dgm:pt>
    <dgm:pt modelId="{5BEE4422-A946-495D-9519-7270890A17B1}" type="sibTrans" cxnId="{08FD221B-320C-4246-A0C8-50ADFD632750}">
      <dgm:prSet/>
      <dgm:spPr/>
      <dgm:t>
        <a:bodyPr/>
        <a:lstStyle/>
        <a:p>
          <a:endParaRPr lang="en-US"/>
        </a:p>
      </dgm:t>
    </dgm:pt>
    <dgm:pt modelId="{61AE5829-1D9F-428B-81A2-6B2E7BE9EC60}">
      <dgm:prSet/>
      <dgm:spPr/>
      <dgm:t>
        <a:bodyPr/>
        <a:lstStyle/>
        <a:p>
          <a:r>
            <a:rPr lang="en-US" baseline="0" dirty="0"/>
            <a:t>Perceived Knowledge, Likert Scale</a:t>
          </a:r>
          <a:endParaRPr lang="en-US" dirty="0"/>
        </a:p>
      </dgm:t>
    </dgm:pt>
    <dgm:pt modelId="{5E27ED12-7272-4552-9B93-FEDC6F3D9EA6}" type="parTrans" cxnId="{0FFC4502-F394-4225-8C02-DCBF1496B306}">
      <dgm:prSet/>
      <dgm:spPr/>
      <dgm:t>
        <a:bodyPr/>
        <a:lstStyle/>
        <a:p>
          <a:endParaRPr lang="en-US"/>
        </a:p>
      </dgm:t>
    </dgm:pt>
    <dgm:pt modelId="{AC185E20-5ECA-4906-BCB3-8A5881560A03}" type="sibTrans" cxnId="{0FFC4502-F394-4225-8C02-DCBF1496B306}">
      <dgm:prSet/>
      <dgm:spPr/>
      <dgm:t>
        <a:bodyPr/>
        <a:lstStyle/>
        <a:p>
          <a:endParaRPr lang="en-US"/>
        </a:p>
      </dgm:t>
    </dgm:pt>
    <dgm:pt modelId="{92517ED0-CAE8-4296-A49F-1606A808C3BF}">
      <dgm:prSet/>
      <dgm:spPr/>
      <dgm:t>
        <a:bodyPr/>
        <a:lstStyle/>
        <a:p>
          <a:r>
            <a:rPr lang="en-US" baseline="0" dirty="0"/>
            <a:t>Weight Change, numeric</a:t>
          </a:r>
          <a:endParaRPr lang="en-US" dirty="0"/>
        </a:p>
      </dgm:t>
    </dgm:pt>
    <dgm:pt modelId="{2F4FC928-0A6C-4A46-9DCC-D66DD814E5FD}" type="parTrans" cxnId="{7F5090A2-1248-4EFA-85AC-E2E00FF37568}">
      <dgm:prSet/>
      <dgm:spPr/>
      <dgm:t>
        <a:bodyPr/>
        <a:lstStyle/>
        <a:p>
          <a:endParaRPr lang="en-US"/>
        </a:p>
      </dgm:t>
    </dgm:pt>
    <dgm:pt modelId="{73AB6044-5901-4F2B-8B7F-2CA152506B0F}" type="sibTrans" cxnId="{7F5090A2-1248-4EFA-85AC-E2E00FF37568}">
      <dgm:prSet/>
      <dgm:spPr/>
      <dgm:t>
        <a:bodyPr/>
        <a:lstStyle/>
        <a:p>
          <a:endParaRPr lang="en-US"/>
        </a:p>
      </dgm:t>
    </dgm:pt>
    <dgm:pt modelId="{4681CCC8-9C1B-4E9E-8855-A3ACC4B1482B}">
      <dgm:prSet/>
      <dgm:spPr/>
      <dgm:t>
        <a:bodyPr/>
        <a:lstStyle/>
        <a:p>
          <a:r>
            <a:rPr lang="en-US" baseline="0"/>
            <a:t>Waist/Hip Ratio, numeric</a:t>
          </a:r>
          <a:endParaRPr lang="en-US"/>
        </a:p>
      </dgm:t>
    </dgm:pt>
    <dgm:pt modelId="{53CFB61F-E302-440F-9DD3-08FB0A88107F}" type="parTrans" cxnId="{944CC8D5-133D-40D0-BC95-9F8D2E6B5E83}">
      <dgm:prSet/>
      <dgm:spPr/>
      <dgm:t>
        <a:bodyPr/>
        <a:lstStyle/>
        <a:p>
          <a:endParaRPr lang="en-US"/>
        </a:p>
      </dgm:t>
    </dgm:pt>
    <dgm:pt modelId="{E3E58745-CC6C-4813-8D7E-9A5F98925D4E}" type="sibTrans" cxnId="{944CC8D5-133D-40D0-BC95-9F8D2E6B5E83}">
      <dgm:prSet/>
      <dgm:spPr/>
      <dgm:t>
        <a:bodyPr/>
        <a:lstStyle/>
        <a:p>
          <a:endParaRPr lang="en-US"/>
        </a:p>
      </dgm:t>
    </dgm:pt>
    <dgm:pt modelId="{BABF8CA4-8B4B-4AF5-8674-2A5C949ECFA7}">
      <dgm:prSet/>
      <dgm:spPr/>
      <dgm:t>
        <a:bodyPr/>
        <a:lstStyle/>
        <a:p>
          <a:r>
            <a:rPr lang="en-US" baseline="0" dirty="0"/>
            <a:t>Type of Study</a:t>
          </a:r>
          <a:endParaRPr lang="en-US" dirty="0"/>
        </a:p>
      </dgm:t>
    </dgm:pt>
    <dgm:pt modelId="{08BAC1F1-B30B-4826-B7DA-2EAEA59B1FFD}" type="parTrans" cxnId="{F9F0D052-AAE4-4365-AC70-32D9BEEF8CBE}">
      <dgm:prSet/>
      <dgm:spPr/>
      <dgm:t>
        <a:bodyPr/>
        <a:lstStyle/>
        <a:p>
          <a:endParaRPr lang="en-US"/>
        </a:p>
      </dgm:t>
    </dgm:pt>
    <dgm:pt modelId="{2D0D900D-ACFF-40CB-A331-50182D4E2644}" type="sibTrans" cxnId="{F9F0D052-AAE4-4365-AC70-32D9BEEF8CBE}">
      <dgm:prSet/>
      <dgm:spPr/>
      <dgm:t>
        <a:bodyPr/>
        <a:lstStyle/>
        <a:p>
          <a:endParaRPr lang="en-US"/>
        </a:p>
      </dgm:t>
    </dgm:pt>
    <dgm:pt modelId="{5DA7A557-0EFE-45F9-A9A0-3A7A4F788501}">
      <dgm:prSet/>
      <dgm:spPr/>
      <dgm:t>
        <a:bodyPr/>
        <a:lstStyle/>
        <a:p>
          <a:r>
            <a:rPr lang="en-US" baseline="0" dirty="0"/>
            <a:t>Single Group Pretest-Posttest.</a:t>
          </a:r>
          <a:endParaRPr lang="en-US" dirty="0"/>
        </a:p>
      </dgm:t>
    </dgm:pt>
    <dgm:pt modelId="{D5B58311-DB91-4A8E-9333-27196F8AE995}" type="parTrans" cxnId="{BDAC4CFB-E6E7-4DB6-A1A6-0617FF9C031C}">
      <dgm:prSet/>
      <dgm:spPr/>
      <dgm:t>
        <a:bodyPr/>
        <a:lstStyle/>
        <a:p>
          <a:endParaRPr lang="en-US"/>
        </a:p>
      </dgm:t>
    </dgm:pt>
    <dgm:pt modelId="{650E4493-A299-4663-B559-7EEF52E1F896}" type="sibTrans" cxnId="{BDAC4CFB-E6E7-4DB6-A1A6-0617FF9C031C}">
      <dgm:prSet/>
      <dgm:spPr/>
      <dgm:t>
        <a:bodyPr/>
        <a:lstStyle/>
        <a:p>
          <a:endParaRPr lang="en-US"/>
        </a:p>
      </dgm:t>
    </dgm:pt>
    <dgm:pt modelId="{4437DB4C-30ED-415F-8860-7D2391120ADF}" type="pres">
      <dgm:prSet presAssocID="{A9665495-B448-465B-9062-4713CF93D52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6D9A6A6-11C1-406C-AA56-663F28605BF3}" type="pres">
      <dgm:prSet presAssocID="{BABF8CA4-8B4B-4AF5-8674-2A5C949ECFA7}" presName="hierRoot1" presStyleCnt="0">
        <dgm:presLayoutVars>
          <dgm:hierBranch val="init"/>
        </dgm:presLayoutVars>
      </dgm:prSet>
      <dgm:spPr/>
    </dgm:pt>
    <dgm:pt modelId="{7DEEE3BA-8ADE-4CE7-A57C-15BE70D997BB}" type="pres">
      <dgm:prSet presAssocID="{BABF8CA4-8B4B-4AF5-8674-2A5C949ECFA7}" presName="rootComposite1" presStyleCnt="0"/>
      <dgm:spPr/>
    </dgm:pt>
    <dgm:pt modelId="{DD24B128-5311-491A-BABB-E4FCD43B847D}" type="pres">
      <dgm:prSet presAssocID="{BABF8CA4-8B4B-4AF5-8674-2A5C949ECFA7}" presName="rootText1" presStyleLbl="node0" presStyleIdx="0" presStyleCnt="2">
        <dgm:presLayoutVars>
          <dgm:chPref val="3"/>
        </dgm:presLayoutVars>
      </dgm:prSet>
      <dgm:spPr/>
    </dgm:pt>
    <dgm:pt modelId="{93A01C8A-CADD-4CD6-ADC2-DC7EDC6340A5}" type="pres">
      <dgm:prSet presAssocID="{BABF8CA4-8B4B-4AF5-8674-2A5C949ECFA7}" presName="rootConnector1" presStyleLbl="node1" presStyleIdx="0" presStyleCnt="0"/>
      <dgm:spPr/>
    </dgm:pt>
    <dgm:pt modelId="{59518050-3602-402A-BD15-67A804058CF6}" type="pres">
      <dgm:prSet presAssocID="{BABF8CA4-8B4B-4AF5-8674-2A5C949ECFA7}" presName="hierChild2" presStyleCnt="0"/>
      <dgm:spPr/>
    </dgm:pt>
    <dgm:pt modelId="{819B8EF8-13A4-424C-B078-46B500A7FC85}" type="pres">
      <dgm:prSet presAssocID="{D5B58311-DB91-4A8E-9333-27196F8AE995}" presName="Name64" presStyleLbl="parChTrans1D2" presStyleIdx="0" presStyleCnt="5"/>
      <dgm:spPr/>
    </dgm:pt>
    <dgm:pt modelId="{425083AF-0273-4405-BE26-91E3DDC38201}" type="pres">
      <dgm:prSet presAssocID="{5DA7A557-0EFE-45F9-A9A0-3A7A4F788501}" presName="hierRoot2" presStyleCnt="0">
        <dgm:presLayoutVars>
          <dgm:hierBranch val="init"/>
        </dgm:presLayoutVars>
      </dgm:prSet>
      <dgm:spPr/>
    </dgm:pt>
    <dgm:pt modelId="{E5C5F25B-F7B6-43BD-A2AD-75D6AA6C0483}" type="pres">
      <dgm:prSet presAssocID="{5DA7A557-0EFE-45F9-A9A0-3A7A4F788501}" presName="rootComposite" presStyleCnt="0"/>
      <dgm:spPr/>
    </dgm:pt>
    <dgm:pt modelId="{A705E416-91AA-4658-B766-514C6A546747}" type="pres">
      <dgm:prSet presAssocID="{5DA7A557-0EFE-45F9-A9A0-3A7A4F788501}" presName="rootText" presStyleLbl="node2" presStyleIdx="0" presStyleCnt="5">
        <dgm:presLayoutVars>
          <dgm:chPref val="3"/>
        </dgm:presLayoutVars>
      </dgm:prSet>
      <dgm:spPr/>
    </dgm:pt>
    <dgm:pt modelId="{17AA30A8-5BD2-4505-B156-554C42EBDB6E}" type="pres">
      <dgm:prSet presAssocID="{5DA7A557-0EFE-45F9-A9A0-3A7A4F788501}" presName="rootConnector" presStyleLbl="node2" presStyleIdx="0" presStyleCnt="5"/>
      <dgm:spPr/>
    </dgm:pt>
    <dgm:pt modelId="{70459278-B056-49DA-AB64-4DB30920342E}" type="pres">
      <dgm:prSet presAssocID="{5DA7A557-0EFE-45F9-A9A0-3A7A4F788501}" presName="hierChild4" presStyleCnt="0"/>
      <dgm:spPr/>
    </dgm:pt>
    <dgm:pt modelId="{5519CBE5-271D-4F60-9748-06C18481AC53}" type="pres">
      <dgm:prSet presAssocID="{5DA7A557-0EFE-45F9-A9A0-3A7A4F788501}" presName="hierChild5" presStyleCnt="0"/>
      <dgm:spPr/>
    </dgm:pt>
    <dgm:pt modelId="{EAD8C0E0-CBFF-4807-B958-BB72AB1117C5}" type="pres">
      <dgm:prSet presAssocID="{BABF8CA4-8B4B-4AF5-8674-2A5C949ECFA7}" presName="hierChild3" presStyleCnt="0"/>
      <dgm:spPr/>
    </dgm:pt>
    <dgm:pt modelId="{B807A6AD-ADF6-4EA9-8481-0B3F703FE630}" type="pres">
      <dgm:prSet presAssocID="{783480D2-8DA3-43B6-85D5-173B53BF855E}" presName="hierRoot1" presStyleCnt="0">
        <dgm:presLayoutVars>
          <dgm:hierBranch val="init"/>
        </dgm:presLayoutVars>
      </dgm:prSet>
      <dgm:spPr/>
    </dgm:pt>
    <dgm:pt modelId="{855D7EBC-2900-41D9-8625-C0E79910954A}" type="pres">
      <dgm:prSet presAssocID="{783480D2-8DA3-43B6-85D5-173B53BF855E}" presName="rootComposite1" presStyleCnt="0"/>
      <dgm:spPr/>
    </dgm:pt>
    <dgm:pt modelId="{99407C5C-E4A5-4DC3-B5D7-F2A27160C59B}" type="pres">
      <dgm:prSet presAssocID="{783480D2-8DA3-43B6-85D5-173B53BF855E}" presName="rootText1" presStyleLbl="node0" presStyleIdx="1" presStyleCnt="2">
        <dgm:presLayoutVars>
          <dgm:chPref val="3"/>
        </dgm:presLayoutVars>
      </dgm:prSet>
      <dgm:spPr/>
    </dgm:pt>
    <dgm:pt modelId="{7403A62A-563E-4775-BC56-116E22C77C7F}" type="pres">
      <dgm:prSet presAssocID="{783480D2-8DA3-43B6-85D5-173B53BF855E}" presName="rootConnector1" presStyleLbl="node1" presStyleIdx="0" presStyleCnt="0"/>
      <dgm:spPr/>
    </dgm:pt>
    <dgm:pt modelId="{9D17B761-D9A1-46BB-8326-DB3634DE0050}" type="pres">
      <dgm:prSet presAssocID="{783480D2-8DA3-43B6-85D5-173B53BF855E}" presName="hierChild2" presStyleCnt="0"/>
      <dgm:spPr/>
    </dgm:pt>
    <dgm:pt modelId="{1FAC68F4-FB0C-44DE-AB30-EA135B7C3AF6}" type="pres">
      <dgm:prSet presAssocID="{F70702DF-A945-4CD8-9BAA-300B9E87F7CD}" presName="Name64" presStyleLbl="parChTrans1D2" presStyleIdx="1" presStyleCnt="5"/>
      <dgm:spPr/>
    </dgm:pt>
    <dgm:pt modelId="{49BD9806-2DB3-4919-83F0-A1945A830187}" type="pres">
      <dgm:prSet presAssocID="{877D7F3F-8FE3-4D3D-893F-5E83AD67B81F}" presName="hierRoot2" presStyleCnt="0">
        <dgm:presLayoutVars>
          <dgm:hierBranch val="init"/>
        </dgm:presLayoutVars>
      </dgm:prSet>
      <dgm:spPr/>
    </dgm:pt>
    <dgm:pt modelId="{4B3E3082-A54D-4AAB-A2CB-0B709B554F72}" type="pres">
      <dgm:prSet presAssocID="{877D7F3F-8FE3-4D3D-893F-5E83AD67B81F}" presName="rootComposite" presStyleCnt="0"/>
      <dgm:spPr/>
    </dgm:pt>
    <dgm:pt modelId="{935973CE-DF61-42EF-8871-06AF329CF007}" type="pres">
      <dgm:prSet presAssocID="{877D7F3F-8FE3-4D3D-893F-5E83AD67B81F}" presName="rootText" presStyleLbl="node2" presStyleIdx="1" presStyleCnt="5">
        <dgm:presLayoutVars>
          <dgm:chPref val="3"/>
        </dgm:presLayoutVars>
      </dgm:prSet>
      <dgm:spPr/>
    </dgm:pt>
    <dgm:pt modelId="{17A1BE90-6901-473C-8279-3259F8D0DDCF}" type="pres">
      <dgm:prSet presAssocID="{877D7F3F-8FE3-4D3D-893F-5E83AD67B81F}" presName="rootConnector" presStyleLbl="node2" presStyleIdx="1" presStyleCnt="5"/>
      <dgm:spPr/>
    </dgm:pt>
    <dgm:pt modelId="{253D0B5E-8D14-4C58-A73D-9104E024A1A1}" type="pres">
      <dgm:prSet presAssocID="{877D7F3F-8FE3-4D3D-893F-5E83AD67B81F}" presName="hierChild4" presStyleCnt="0"/>
      <dgm:spPr/>
    </dgm:pt>
    <dgm:pt modelId="{C10A1E3B-46BF-4B60-BAFC-CE24C0FEC73C}" type="pres">
      <dgm:prSet presAssocID="{877D7F3F-8FE3-4D3D-893F-5E83AD67B81F}" presName="hierChild5" presStyleCnt="0"/>
      <dgm:spPr/>
    </dgm:pt>
    <dgm:pt modelId="{EA016535-D04B-4EA0-9BAC-B9D5AA673C20}" type="pres">
      <dgm:prSet presAssocID="{5E27ED12-7272-4552-9B93-FEDC6F3D9EA6}" presName="Name64" presStyleLbl="parChTrans1D2" presStyleIdx="2" presStyleCnt="5"/>
      <dgm:spPr/>
    </dgm:pt>
    <dgm:pt modelId="{7B5CC453-6CC3-4266-8592-CA70AF9E7C17}" type="pres">
      <dgm:prSet presAssocID="{61AE5829-1D9F-428B-81A2-6B2E7BE9EC60}" presName="hierRoot2" presStyleCnt="0">
        <dgm:presLayoutVars>
          <dgm:hierBranch val="init"/>
        </dgm:presLayoutVars>
      </dgm:prSet>
      <dgm:spPr/>
    </dgm:pt>
    <dgm:pt modelId="{43C39A9A-E782-40C7-942E-4747E9749E46}" type="pres">
      <dgm:prSet presAssocID="{61AE5829-1D9F-428B-81A2-6B2E7BE9EC60}" presName="rootComposite" presStyleCnt="0"/>
      <dgm:spPr/>
    </dgm:pt>
    <dgm:pt modelId="{32711F57-8CA8-4E57-910A-C35DBDDEEA52}" type="pres">
      <dgm:prSet presAssocID="{61AE5829-1D9F-428B-81A2-6B2E7BE9EC60}" presName="rootText" presStyleLbl="node2" presStyleIdx="2" presStyleCnt="5">
        <dgm:presLayoutVars>
          <dgm:chPref val="3"/>
        </dgm:presLayoutVars>
      </dgm:prSet>
      <dgm:spPr/>
    </dgm:pt>
    <dgm:pt modelId="{301B41AA-C50D-4CD4-B1AF-75DFD0B5E66D}" type="pres">
      <dgm:prSet presAssocID="{61AE5829-1D9F-428B-81A2-6B2E7BE9EC60}" presName="rootConnector" presStyleLbl="node2" presStyleIdx="2" presStyleCnt="5"/>
      <dgm:spPr/>
    </dgm:pt>
    <dgm:pt modelId="{CFA36C6B-0D38-4B69-B2C5-CDED78CDAE3F}" type="pres">
      <dgm:prSet presAssocID="{61AE5829-1D9F-428B-81A2-6B2E7BE9EC60}" presName="hierChild4" presStyleCnt="0"/>
      <dgm:spPr/>
    </dgm:pt>
    <dgm:pt modelId="{D7094194-FB5B-4872-9161-8D0C6F02CE0C}" type="pres">
      <dgm:prSet presAssocID="{61AE5829-1D9F-428B-81A2-6B2E7BE9EC60}" presName="hierChild5" presStyleCnt="0"/>
      <dgm:spPr/>
    </dgm:pt>
    <dgm:pt modelId="{027D5AB4-5DCE-4CCA-AB95-20FB3A72527B}" type="pres">
      <dgm:prSet presAssocID="{2F4FC928-0A6C-4A46-9DCC-D66DD814E5FD}" presName="Name64" presStyleLbl="parChTrans1D2" presStyleIdx="3" presStyleCnt="5"/>
      <dgm:spPr/>
    </dgm:pt>
    <dgm:pt modelId="{54AE4656-397D-42D6-A20A-17FFD74497C4}" type="pres">
      <dgm:prSet presAssocID="{92517ED0-CAE8-4296-A49F-1606A808C3BF}" presName="hierRoot2" presStyleCnt="0">
        <dgm:presLayoutVars>
          <dgm:hierBranch val="init"/>
        </dgm:presLayoutVars>
      </dgm:prSet>
      <dgm:spPr/>
    </dgm:pt>
    <dgm:pt modelId="{2540E5A5-BA33-4763-AA42-C50E5069E827}" type="pres">
      <dgm:prSet presAssocID="{92517ED0-CAE8-4296-A49F-1606A808C3BF}" presName="rootComposite" presStyleCnt="0"/>
      <dgm:spPr/>
    </dgm:pt>
    <dgm:pt modelId="{9874E429-28F0-46EF-81F0-752DF05F9ADE}" type="pres">
      <dgm:prSet presAssocID="{92517ED0-CAE8-4296-A49F-1606A808C3BF}" presName="rootText" presStyleLbl="node2" presStyleIdx="3" presStyleCnt="5">
        <dgm:presLayoutVars>
          <dgm:chPref val="3"/>
        </dgm:presLayoutVars>
      </dgm:prSet>
      <dgm:spPr/>
    </dgm:pt>
    <dgm:pt modelId="{0571F04C-FEAB-4E22-8AA8-78C9DB410986}" type="pres">
      <dgm:prSet presAssocID="{92517ED0-CAE8-4296-A49F-1606A808C3BF}" presName="rootConnector" presStyleLbl="node2" presStyleIdx="3" presStyleCnt="5"/>
      <dgm:spPr/>
    </dgm:pt>
    <dgm:pt modelId="{3D246172-CC04-4E17-A431-55D4796C12A1}" type="pres">
      <dgm:prSet presAssocID="{92517ED0-CAE8-4296-A49F-1606A808C3BF}" presName="hierChild4" presStyleCnt="0"/>
      <dgm:spPr/>
    </dgm:pt>
    <dgm:pt modelId="{DD320CF0-6233-41B1-9CF7-735EB96142F8}" type="pres">
      <dgm:prSet presAssocID="{92517ED0-CAE8-4296-A49F-1606A808C3BF}" presName="hierChild5" presStyleCnt="0"/>
      <dgm:spPr/>
    </dgm:pt>
    <dgm:pt modelId="{CC33977A-3431-4ED1-B586-379C072EDBD2}" type="pres">
      <dgm:prSet presAssocID="{53CFB61F-E302-440F-9DD3-08FB0A88107F}" presName="Name64" presStyleLbl="parChTrans1D2" presStyleIdx="4" presStyleCnt="5"/>
      <dgm:spPr/>
    </dgm:pt>
    <dgm:pt modelId="{01108E7D-10B2-46DC-B163-CC759C8CEAF7}" type="pres">
      <dgm:prSet presAssocID="{4681CCC8-9C1B-4E9E-8855-A3ACC4B1482B}" presName="hierRoot2" presStyleCnt="0">
        <dgm:presLayoutVars>
          <dgm:hierBranch val="init"/>
        </dgm:presLayoutVars>
      </dgm:prSet>
      <dgm:spPr/>
    </dgm:pt>
    <dgm:pt modelId="{B07F5508-0E59-4494-9D5F-38ED46A75C18}" type="pres">
      <dgm:prSet presAssocID="{4681CCC8-9C1B-4E9E-8855-A3ACC4B1482B}" presName="rootComposite" presStyleCnt="0"/>
      <dgm:spPr/>
    </dgm:pt>
    <dgm:pt modelId="{98619B68-7BC8-4FBB-ACA1-373F955CD45D}" type="pres">
      <dgm:prSet presAssocID="{4681CCC8-9C1B-4E9E-8855-A3ACC4B1482B}" presName="rootText" presStyleLbl="node2" presStyleIdx="4" presStyleCnt="5">
        <dgm:presLayoutVars>
          <dgm:chPref val="3"/>
        </dgm:presLayoutVars>
      </dgm:prSet>
      <dgm:spPr/>
    </dgm:pt>
    <dgm:pt modelId="{3A970620-6485-49C4-9AAC-1CC9CD76C403}" type="pres">
      <dgm:prSet presAssocID="{4681CCC8-9C1B-4E9E-8855-A3ACC4B1482B}" presName="rootConnector" presStyleLbl="node2" presStyleIdx="4" presStyleCnt="5"/>
      <dgm:spPr/>
    </dgm:pt>
    <dgm:pt modelId="{7FAF8F91-F8C1-4636-8B98-66385639896E}" type="pres">
      <dgm:prSet presAssocID="{4681CCC8-9C1B-4E9E-8855-A3ACC4B1482B}" presName="hierChild4" presStyleCnt="0"/>
      <dgm:spPr/>
    </dgm:pt>
    <dgm:pt modelId="{99AF23CF-80F1-4403-AC1A-4B4946881F03}" type="pres">
      <dgm:prSet presAssocID="{4681CCC8-9C1B-4E9E-8855-A3ACC4B1482B}" presName="hierChild5" presStyleCnt="0"/>
      <dgm:spPr/>
    </dgm:pt>
    <dgm:pt modelId="{95CF9F23-7ADA-451F-B8FD-FCF7BC64BC12}" type="pres">
      <dgm:prSet presAssocID="{783480D2-8DA3-43B6-85D5-173B53BF855E}" presName="hierChild3" presStyleCnt="0"/>
      <dgm:spPr/>
    </dgm:pt>
  </dgm:ptLst>
  <dgm:cxnLst>
    <dgm:cxn modelId="{0FFC4502-F394-4225-8C02-DCBF1496B306}" srcId="{783480D2-8DA3-43B6-85D5-173B53BF855E}" destId="{61AE5829-1D9F-428B-81A2-6B2E7BE9EC60}" srcOrd="1" destOrd="0" parTransId="{5E27ED12-7272-4552-9B93-FEDC6F3D9EA6}" sibTransId="{AC185E20-5ECA-4906-BCB3-8A5881560A03}"/>
    <dgm:cxn modelId="{CB68230F-0493-4216-8436-48C3C08B4D76}" type="presOf" srcId="{877D7F3F-8FE3-4D3D-893F-5E83AD67B81F}" destId="{935973CE-DF61-42EF-8871-06AF329CF007}" srcOrd="0" destOrd="0" presId="urn:microsoft.com/office/officeart/2009/3/layout/HorizontalOrganizationChart"/>
    <dgm:cxn modelId="{08FD221B-320C-4246-A0C8-50ADFD632750}" srcId="{783480D2-8DA3-43B6-85D5-173B53BF855E}" destId="{877D7F3F-8FE3-4D3D-893F-5E83AD67B81F}" srcOrd="0" destOrd="0" parTransId="{F70702DF-A945-4CD8-9BAA-300B9E87F7CD}" sibTransId="{5BEE4422-A946-495D-9519-7270890A17B1}"/>
    <dgm:cxn modelId="{7C88BD29-FE40-440C-848B-75F4725E6346}" type="presOf" srcId="{A9665495-B448-465B-9062-4713CF93D52D}" destId="{4437DB4C-30ED-415F-8860-7D2391120ADF}" srcOrd="0" destOrd="0" presId="urn:microsoft.com/office/officeart/2009/3/layout/HorizontalOrganizationChart"/>
    <dgm:cxn modelId="{FD62515C-EF21-4CDB-9DB7-832A07CA478D}" type="presOf" srcId="{5DA7A557-0EFE-45F9-A9A0-3A7A4F788501}" destId="{17AA30A8-5BD2-4505-B156-554C42EBDB6E}" srcOrd="1" destOrd="0" presId="urn:microsoft.com/office/officeart/2009/3/layout/HorizontalOrganizationChart"/>
    <dgm:cxn modelId="{B7801660-60D3-4CAC-A0E8-3B4E1A131B7D}" type="presOf" srcId="{53CFB61F-E302-440F-9DD3-08FB0A88107F}" destId="{CC33977A-3431-4ED1-B586-379C072EDBD2}" srcOrd="0" destOrd="0" presId="urn:microsoft.com/office/officeart/2009/3/layout/HorizontalOrganizationChart"/>
    <dgm:cxn modelId="{60889E42-D0A2-4EA4-A9CB-8125D080512E}" type="presOf" srcId="{4681CCC8-9C1B-4E9E-8855-A3ACC4B1482B}" destId="{3A970620-6485-49C4-9AAC-1CC9CD76C403}" srcOrd="1" destOrd="0" presId="urn:microsoft.com/office/officeart/2009/3/layout/HorizontalOrganizationChart"/>
    <dgm:cxn modelId="{1EE33048-7D4B-48B8-999E-1D1BCC8896B4}" srcId="{A9665495-B448-465B-9062-4713CF93D52D}" destId="{783480D2-8DA3-43B6-85D5-173B53BF855E}" srcOrd="1" destOrd="0" parTransId="{22D2D25F-A90B-43A0-B00A-8E70D96A16EC}" sibTransId="{8648B172-DC34-44F1-9DC9-84159AC7F4D6}"/>
    <dgm:cxn modelId="{507AEF69-B0BB-4CB2-A175-74FAF1474181}" type="presOf" srcId="{61AE5829-1D9F-428B-81A2-6B2E7BE9EC60}" destId="{32711F57-8CA8-4E57-910A-C35DBDDEEA52}" srcOrd="0" destOrd="0" presId="urn:microsoft.com/office/officeart/2009/3/layout/HorizontalOrganizationChart"/>
    <dgm:cxn modelId="{F9F0D052-AAE4-4365-AC70-32D9BEEF8CBE}" srcId="{A9665495-B448-465B-9062-4713CF93D52D}" destId="{BABF8CA4-8B4B-4AF5-8674-2A5C949ECFA7}" srcOrd="0" destOrd="0" parTransId="{08BAC1F1-B30B-4826-B7DA-2EAEA59B1FFD}" sibTransId="{2D0D900D-ACFF-40CB-A331-50182D4E2644}"/>
    <dgm:cxn modelId="{8A22F57E-8414-421F-B321-997C2EE20EE3}" type="presOf" srcId="{877D7F3F-8FE3-4D3D-893F-5E83AD67B81F}" destId="{17A1BE90-6901-473C-8279-3259F8D0DDCF}" srcOrd="1" destOrd="0" presId="urn:microsoft.com/office/officeart/2009/3/layout/HorizontalOrganizationChart"/>
    <dgm:cxn modelId="{65281283-F2A0-47F7-BD63-CE2EFD313B63}" type="presOf" srcId="{BABF8CA4-8B4B-4AF5-8674-2A5C949ECFA7}" destId="{DD24B128-5311-491A-BABB-E4FCD43B847D}" srcOrd="0" destOrd="0" presId="urn:microsoft.com/office/officeart/2009/3/layout/HorizontalOrganizationChart"/>
    <dgm:cxn modelId="{ABB9AA83-6D54-4BC4-A6BF-13D2C338DA45}" type="presOf" srcId="{92517ED0-CAE8-4296-A49F-1606A808C3BF}" destId="{9874E429-28F0-46EF-81F0-752DF05F9ADE}" srcOrd="0" destOrd="0" presId="urn:microsoft.com/office/officeart/2009/3/layout/HorizontalOrganizationChart"/>
    <dgm:cxn modelId="{F7497286-47A3-4882-B5A3-7085E0DDA596}" type="presOf" srcId="{F70702DF-A945-4CD8-9BAA-300B9E87F7CD}" destId="{1FAC68F4-FB0C-44DE-AB30-EA135B7C3AF6}" srcOrd="0" destOrd="0" presId="urn:microsoft.com/office/officeart/2009/3/layout/HorizontalOrganizationChart"/>
    <dgm:cxn modelId="{5F4D8295-6EAE-4250-A7AE-F24F5E9F8D5B}" type="presOf" srcId="{D5B58311-DB91-4A8E-9333-27196F8AE995}" destId="{819B8EF8-13A4-424C-B078-46B500A7FC85}" srcOrd="0" destOrd="0" presId="urn:microsoft.com/office/officeart/2009/3/layout/HorizontalOrganizationChart"/>
    <dgm:cxn modelId="{4E719398-68B9-4FFD-AF79-46E6D02CBD66}" type="presOf" srcId="{5DA7A557-0EFE-45F9-A9A0-3A7A4F788501}" destId="{A705E416-91AA-4658-B766-514C6A546747}" srcOrd="0" destOrd="0" presId="urn:microsoft.com/office/officeart/2009/3/layout/HorizontalOrganizationChart"/>
    <dgm:cxn modelId="{D08EBCA0-DAD4-4BE5-85DF-636AA6C16CFA}" type="presOf" srcId="{2F4FC928-0A6C-4A46-9DCC-D66DD814E5FD}" destId="{027D5AB4-5DCE-4CCA-AB95-20FB3A72527B}" srcOrd="0" destOrd="0" presId="urn:microsoft.com/office/officeart/2009/3/layout/HorizontalOrganizationChart"/>
    <dgm:cxn modelId="{7F5090A2-1248-4EFA-85AC-E2E00FF37568}" srcId="{783480D2-8DA3-43B6-85D5-173B53BF855E}" destId="{92517ED0-CAE8-4296-A49F-1606A808C3BF}" srcOrd="2" destOrd="0" parTransId="{2F4FC928-0A6C-4A46-9DCC-D66DD814E5FD}" sibTransId="{73AB6044-5901-4F2B-8B7F-2CA152506B0F}"/>
    <dgm:cxn modelId="{7C1F82AA-7CAB-46F9-9786-7B32A224CC3E}" type="presOf" srcId="{61AE5829-1D9F-428B-81A2-6B2E7BE9EC60}" destId="{301B41AA-C50D-4CD4-B1AF-75DFD0B5E66D}" srcOrd="1" destOrd="0" presId="urn:microsoft.com/office/officeart/2009/3/layout/HorizontalOrganizationChart"/>
    <dgm:cxn modelId="{8E4692B1-407B-45FC-B871-9F50DF148522}" type="presOf" srcId="{4681CCC8-9C1B-4E9E-8855-A3ACC4B1482B}" destId="{98619B68-7BC8-4FBB-ACA1-373F955CD45D}" srcOrd="0" destOrd="0" presId="urn:microsoft.com/office/officeart/2009/3/layout/HorizontalOrganizationChart"/>
    <dgm:cxn modelId="{5EDE9EBA-DB10-48C2-A6D6-0A9D46134443}" type="presOf" srcId="{92517ED0-CAE8-4296-A49F-1606A808C3BF}" destId="{0571F04C-FEAB-4E22-8AA8-78C9DB410986}" srcOrd="1" destOrd="0" presId="urn:microsoft.com/office/officeart/2009/3/layout/HorizontalOrganizationChart"/>
    <dgm:cxn modelId="{3D8182C1-C8D6-4245-94D3-548CABBDBAED}" type="presOf" srcId="{783480D2-8DA3-43B6-85D5-173B53BF855E}" destId="{7403A62A-563E-4775-BC56-116E22C77C7F}" srcOrd="1" destOrd="0" presId="urn:microsoft.com/office/officeart/2009/3/layout/HorizontalOrganizationChart"/>
    <dgm:cxn modelId="{B80DB3CA-24CB-4922-8FBE-033FC7185C96}" type="presOf" srcId="{BABF8CA4-8B4B-4AF5-8674-2A5C949ECFA7}" destId="{93A01C8A-CADD-4CD6-ADC2-DC7EDC6340A5}" srcOrd="1" destOrd="0" presId="urn:microsoft.com/office/officeart/2009/3/layout/HorizontalOrganizationChart"/>
    <dgm:cxn modelId="{FBC9B7D0-D78A-4868-94D1-4B743C8FAB36}" type="presOf" srcId="{5E27ED12-7272-4552-9B93-FEDC6F3D9EA6}" destId="{EA016535-D04B-4EA0-9BAC-B9D5AA673C20}" srcOrd="0" destOrd="0" presId="urn:microsoft.com/office/officeart/2009/3/layout/HorizontalOrganizationChart"/>
    <dgm:cxn modelId="{944CC8D5-133D-40D0-BC95-9F8D2E6B5E83}" srcId="{783480D2-8DA3-43B6-85D5-173B53BF855E}" destId="{4681CCC8-9C1B-4E9E-8855-A3ACC4B1482B}" srcOrd="3" destOrd="0" parTransId="{53CFB61F-E302-440F-9DD3-08FB0A88107F}" sibTransId="{E3E58745-CC6C-4813-8D7E-9A5F98925D4E}"/>
    <dgm:cxn modelId="{A5782EE7-20B7-4DDE-802B-21AE7F369622}" type="presOf" srcId="{783480D2-8DA3-43B6-85D5-173B53BF855E}" destId="{99407C5C-E4A5-4DC3-B5D7-F2A27160C59B}" srcOrd="0" destOrd="0" presId="urn:microsoft.com/office/officeart/2009/3/layout/HorizontalOrganizationChart"/>
    <dgm:cxn modelId="{BDAC4CFB-E6E7-4DB6-A1A6-0617FF9C031C}" srcId="{BABF8CA4-8B4B-4AF5-8674-2A5C949ECFA7}" destId="{5DA7A557-0EFE-45F9-A9A0-3A7A4F788501}" srcOrd="0" destOrd="0" parTransId="{D5B58311-DB91-4A8E-9333-27196F8AE995}" sibTransId="{650E4493-A299-4663-B559-7EEF52E1F896}"/>
    <dgm:cxn modelId="{64C9EC52-AB9F-442B-AAC6-8A4DFD306728}" type="presParOf" srcId="{4437DB4C-30ED-415F-8860-7D2391120ADF}" destId="{26D9A6A6-11C1-406C-AA56-663F28605BF3}" srcOrd="0" destOrd="0" presId="urn:microsoft.com/office/officeart/2009/3/layout/HorizontalOrganizationChart"/>
    <dgm:cxn modelId="{8D70B92A-816D-4A5D-8DFE-33BE1C969771}" type="presParOf" srcId="{26D9A6A6-11C1-406C-AA56-663F28605BF3}" destId="{7DEEE3BA-8ADE-4CE7-A57C-15BE70D997BB}" srcOrd="0" destOrd="0" presId="urn:microsoft.com/office/officeart/2009/3/layout/HorizontalOrganizationChart"/>
    <dgm:cxn modelId="{92DDE43F-4DCD-4E02-9A86-0F0E22C2E066}" type="presParOf" srcId="{7DEEE3BA-8ADE-4CE7-A57C-15BE70D997BB}" destId="{DD24B128-5311-491A-BABB-E4FCD43B847D}" srcOrd="0" destOrd="0" presId="urn:microsoft.com/office/officeart/2009/3/layout/HorizontalOrganizationChart"/>
    <dgm:cxn modelId="{66D3BB6D-7DDA-4E33-A537-779613547E94}" type="presParOf" srcId="{7DEEE3BA-8ADE-4CE7-A57C-15BE70D997BB}" destId="{93A01C8A-CADD-4CD6-ADC2-DC7EDC6340A5}" srcOrd="1" destOrd="0" presId="urn:microsoft.com/office/officeart/2009/3/layout/HorizontalOrganizationChart"/>
    <dgm:cxn modelId="{9F3D5609-3266-4394-8FAE-9124249CB209}" type="presParOf" srcId="{26D9A6A6-11C1-406C-AA56-663F28605BF3}" destId="{59518050-3602-402A-BD15-67A804058CF6}" srcOrd="1" destOrd="0" presId="urn:microsoft.com/office/officeart/2009/3/layout/HorizontalOrganizationChart"/>
    <dgm:cxn modelId="{B1AAA1BB-A806-4D94-A688-94962440EB59}" type="presParOf" srcId="{59518050-3602-402A-BD15-67A804058CF6}" destId="{819B8EF8-13A4-424C-B078-46B500A7FC85}" srcOrd="0" destOrd="0" presId="urn:microsoft.com/office/officeart/2009/3/layout/HorizontalOrganizationChart"/>
    <dgm:cxn modelId="{819BF3D8-1AF1-46FB-B9FE-37C97AA8373E}" type="presParOf" srcId="{59518050-3602-402A-BD15-67A804058CF6}" destId="{425083AF-0273-4405-BE26-91E3DDC38201}" srcOrd="1" destOrd="0" presId="urn:microsoft.com/office/officeart/2009/3/layout/HorizontalOrganizationChart"/>
    <dgm:cxn modelId="{DDE63E51-0645-431E-852D-B7CE173183FC}" type="presParOf" srcId="{425083AF-0273-4405-BE26-91E3DDC38201}" destId="{E5C5F25B-F7B6-43BD-A2AD-75D6AA6C0483}" srcOrd="0" destOrd="0" presId="urn:microsoft.com/office/officeart/2009/3/layout/HorizontalOrganizationChart"/>
    <dgm:cxn modelId="{215703E9-8A60-48BE-B95F-2FC394A05374}" type="presParOf" srcId="{E5C5F25B-F7B6-43BD-A2AD-75D6AA6C0483}" destId="{A705E416-91AA-4658-B766-514C6A546747}" srcOrd="0" destOrd="0" presId="urn:microsoft.com/office/officeart/2009/3/layout/HorizontalOrganizationChart"/>
    <dgm:cxn modelId="{82903C81-DE82-4ADC-814C-C32BEBA152E7}" type="presParOf" srcId="{E5C5F25B-F7B6-43BD-A2AD-75D6AA6C0483}" destId="{17AA30A8-5BD2-4505-B156-554C42EBDB6E}" srcOrd="1" destOrd="0" presId="urn:microsoft.com/office/officeart/2009/3/layout/HorizontalOrganizationChart"/>
    <dgm:cxn modelId="{E84FE519-45A0-414D-80DC-838C466AB5E7}" type="presParOf" srcId="{425083AF-0273-4405-BE26-91E3DDC38201}" destId="{70459278-B056-49DA-AB64-4DB30920342E}" srcOrd="1" destOrd="0" presId="urn:microsoft.com/office/officeart/2009/3/layout/HorizontalOrganizationChart"/>
    <dgm:cxn modelId="{09D4F137-DBF1-494D-9991-E6BF69257F75}" type="presParOf" srcId="{425083AF-0273-4405-BE26-91E3DDC38201}" destId="{5519CBE5-271D-4F60-9748-06C18481AC53}" srcOrd="2" destOrd="0" presId="urn:microsoft.com/office/officeart/2009/3/layout/HorizontalOrganizationChart"/>
    <dgm:cxn modelId="{EB162796-5304-46FE-A453-38BCDC047687}" type="presParOf" srcId="{26D9A6A6-11C1-406C-AA56-663F28605BF3}" destId="{EAD8C0E0-CBFF-4807-B958-BB72AB1117C5}" srcOrd="2" destOrd="0" presId="urn:microsoft.com/office/officeart/2009/3/layout/HorizontalOrganizationChart"/>
    <dgm:cxn modelId="{7CA960F7-CF1B-4376-8E26-40722F7CE48A}" type="presParOf" srcId="{4437DB4C-30ED-415F-8860-7D2391120ADF}" destId="{B807A6AD-ADF6-4EA9-8481-0B3F703FE630}" srcOrd="1" destOrd="0" presId="urn:microsoft.com/office/officeart/2009/3/layout/HorizontalOrganizationChart"/>
    <dgm:cxn modelId="{10585EE3-0362-468D-A438-B08C097D6DD1}" type="presParOf" srcId="{B807A6AD-ADF6-4EA9-8481-0B3F703FE630}" destId="{855D7EBC-2900-41D9-8625-C0E79910954A}" srcOrd="0" destOrd="0" presId="urn:microsoft.com/office/officeart/2009/3/layout/HorizontalOrganizationChart"/>
    <dgm:cxn modelId="{A48BB0E2-163F-4654-880E-9A6E3FF3CB41}" type="presParOf" srcId="{855D7EBC-2900-41D9-8625-C0E79910954A}" destId="{99407C5C-E4A5-4DC3-B5D7-F2A27160C59B}" srcOrd="0" destOrd="0" presId="urn:microsoft.com/office/officeart/2009/3/layout/HorizontalOrganizationChart"/>
    <dgm:cxn modelId="{19B49994-7773-4EE7-974D-1AA03BF183E5}" type="presParOf" srcId="{855D7EBC-2900-41D9-8625-C0E79910954A}" destId="{7403A62A-563E-4775-BC56-116E22C77C7F}" srcOrd="1" destOrd="0" presId="urn:microsoft.com/office/officeart/2009/3/layout/HorizontalOrganizationChart"/>
    <dgm:cxn modelId="{5E48AFD0-979E-42AF-977A-EC13B0AF4EB3}" type="presParOf" srcId="{B807A6AD-ADF6-4EA9-8481-0B3F703FE630}" destId="{9D17B761-D9A1-46BB-8326-DB3634DE0050}" srcOrd="1" destOrd="0" presId="urn:microsoft.com/office/officeart/2009/3/layout/HorizontalOrganizationChart"/>
    <dgm:cxn modelId="{6E29C4A2-D419-47E6-8DFD-1FF021CD6CCA}" type="presParOf" srcId="{9D17B761-D9A1-46BB-8326-DB3634DE0050}" destId="{1FAC68F4-FB0C-44DE-AB30-EA135B7C3AF6}" srcOrd="0" destOrd="0" presId="urn:microsoft.com/office/officeart/2009/3/layout/HorizontalOrganizationChart"/>
    <dgm:cxn modelId="{79DA07F5-C452-4E0B-B2A4-841AD9D16F9F}" type="presParOf" srcId="{9D17B761-D9A1-46BB-8326-DB3634DE0050}" destId="{49BD9806-2DB3-4919-83F0-A1945A830187}" srcOrd="1" destOrd="0" presId="urn:microsoft.com/office/officeart/2009/3/layout/HorizontalOrganizationChart"/>
    <dgm:cxn modelId="{C74A68A2-317C-4DF2-A07F-996ACB0F506F}" type="presParOf" srcId="{49BD9806-2DB3-4919-83F0-A1945A830187}" destId="{4B3E3082-A54D-4AAB-A2CB-0B709B554F72}" srcOrd="0" destOrd="0" presId="urn:microsoft.com/office/officeart/2009/3/layout/HorizontalOrganizationChart"/>
    <dgm:cxn modelId="{22563072-A337-4AC0-9110-433D97E12E5E}" type="presParOf" srcId="{4B3E3082-A54D-4AAB-A2CB-0B709B554F72}" destId="{935973CE-DF61-42EF-8871-06AF329CF007}" srcOrd="0" destOrd="0" presId="urn:microsoft.com/office/officeart/2009/3/layout/HorizontalOrganizationChart"/>
    <dgm:cxn modelId="{E4B3E382-3FB6-4177-83D1-AB08B1ADA1CC}" type="presParOf" srcId="{4B3E3082-A54D-4AAB-A2CB-0B709B554F72}" destId="{17A1BE90-6901-473C-8279-3259F8D0DDCF}" srcOrd="1" destOrd="0" presId="urn:microsoft.com/office/officeart/2009/3/layout/HorizontalOrganizationChart"/>
    <dgm:cxn modelId="{B3D7AFD8-6087-43A8-9483-94C8C3B03965}" type="presParOf" srcId="{49BD9806-2DB3-4919-83F0-A1945A830187}" destId="{253D0B5E-8D14-4C58-A73D-9104E024A1A1}" srcOrd="1" destOrd="0" presId="urn:microsoft.com/office/officeart/2009/3/layout/HorizontalOrganizationChart"/>
    <dgm:cxn modelId="{A908C706-9C88-4EBE-A2DC-3FB3126F50A7}" type="presParOf" srcId="{49BD9806-2DB3-4919-83F0-A1945A830187}" destId="{C10A1E3B-46BF-4B60-BAFC-CE24C0FEC73C}" srcOrd="2" destOrd="0" presId="urn:microsoft.com/office/officeart/2009/3/layout/HorizontalOrganizationChart"/>
    <dgm:cxn modelId="{D0FAB140-2AD0-482B-ABA8-F2311778D428}" type="presParOf" srcId="{9D17B761-D9A1-46BB-8326-DB3634DE0050}" destId="{EA016535-D04B-4EA0-9BAC-B9D5AA673C20}" srcOrd="2" destOrd="0" presId="urn:microsoft.com/office/officeart/2009/3/layout/HorizontalOrganizationChart"/>
    <dgm:cxn modelId="{6781BE54-02F1-4AE8-84DD-A5D0006BCA0A}" type="presParOf" srcId="{9D17B761-D9A1-46BB-8326-DB3634DE0050}" destId="{7B5CC453-6CC3-4266-8592-CA70AF9E7C17}" srcOrd="3" destOrd="0" presId="urn:microsoft.com/office/officeart/2009/3/layout/HorizontalOrganizationChart"/>
    <dgm:cxn modelId="{220F0928-16B7-480A-8629-57E2E927E7C5}" type="presParOf" srcId="{7B5CC453-6CC3-4266-8592-CA70AF9E7C17}" destId="{43C39A9A-E782-40C7-942E-4747E9749E46}" srcOrd="0" destOrd="0" presId="urn:microsoft.com/office/officeart/2009/3/layout/HorizontalOrganizationChart"/>
    <dgm:cxn modelId="{6DAA82DE-60F0-4322-BBCD-A4ED7FFC602E}" type="presParOf" srcId="{43C39A9A-E782-40C7-942E-4747E9749E46}" destId="{32711F57-8CA8-4E57-910A-C35DBDDEEA52}" srcOrd="0" destOrd="0" presId="urn:microsoft.com/office/officeart/2009/3/layout/HorizontalOrganizationChart"/>
    <dgm:cxn modelId="{F660B12C-E6DD-4BFF-A1A4-F9EDF2CF0F42}" type="presParOf" srcId="{43C39A9A-E782-40C7-942E-4747E9749E46}" destId="{301B41AA-C50D-4CD4-B1AF-75DFD0B5E66D}" srcOrd="1" destOrd="0" presId="urn:microsoft.com/office/officeart/2009/3/layout/HorizontalOrganizationChart"/>
    <dgm:cxn modelId="{F29A4EA5-2F8C-4E83-9DE7-52F5CC7C2B34}" type="presParOf" srcId="{7B5CC453-6CC3-4266-8592-CA70AF9E7C17}" destId="{CFA36C6B-0D38-4B69-B2C5-CDED78CDAE3F}" srcOrd="1" destOrd="0" presId="urn:microsoft.com/office/officeart/2009/3/layout/HorizontalOrganizationChart"/>
    <dgm:cxn modelId="{DC51292C-5FFD-44AE-AFFD-7845C5C4C101}" type="presParOf" srcId="{7B5CC453-6CC3-4266-8592-CA70AF9E7C17}" destId="{D7094194-FB5B-4872-9161-8D0C6F02CE0C}" srcOrd="2" destOrd="0" presId="urn:microsoft.com/office/officeart/2009/3/layout/HorizontalOrganizationChart"/>
    <dgm:cxn modelId="{E8627E42-F8B3-4EC4-9C1F-35297832F9E6}" type="presParOf" srcId="{9D17B761-D9A1-46BB-8326-DB3634DE0050}" destId="{027D5AB4-5DCE-4CCA-AB95-20FB3A72527B}" srcOrd="4" destOrd="0" presId="urn:microsoft.com/office/officeart/2009/3/layout/HorizontalOrganizationChart"/>
    <dgm:cxn modelId="{D80DE24D-653F-4E32-AA1A-B61936846262}" type="presParOf" srcId="{9D17B761-D9A1-46BB-8326-DB3634DE0050}" destId="{54AE4656-397D-42D6-A20A-17FFD74497C4}" srcOrd="5" destOrd="0" presId="urn:microsoft.com/office/officeart/2009/3/layout/HorizontalOrganizationChart"/>
    <dgm:cxn modelId="{0C0B7232-1785-4037-932D-A2BDA94A1E98}" type="presParOf" srcId="{54AE4656-397D-42D6-A20A-17FFD74497C4}" destId="{2540E5A5-BA33-4763-AA42-C50E5069E827}" srcOrd="0" destOrd="0" presId="urn:microsoft.com/office/officeart/2009/3/layout/HorizontalOrganizationChart"/>
    <dgm:cxn modelId="{C53BE9C7-B7BC-43E9-847F-9BE7DDF9AE5D}" type="presParOf" srcId="{2540E5A5-BA33-4763-AA42-C50E5069E827}" destId="{9874E429-28F0-46EF-81F0-752DF05F9ADE}" srcOrd="0" destOrd="0" presId="urn:microsoft.com/office/officeart/2009/3/layout/HorizontalOrganizationChart"/>
    <dgm:cxn modelId="{05C074FB-C96B-493B-8ACC-2CBAA18EEE18}" type="presParOf" srcId="{2540E5A5-BA33-4763-AA42-C50E5069E827}" destId="{0571F04C-FEAB-4E22-8AA8-78C9DB410986}" srcOrd="1" destOrd="0" presId="urn:microsoft.com/office/officeart/2009/3/layout/HorizontalOrganizationChart"/>
    <dgm:cxn modelId="{FB36F698-00E0-46F0-A145-E0BABE5C6A93}" type="presParOf" srcId="{54AE4656-397D-42D6-A20A-17FFD74497C4}" destId="{3D246172-CC04-4E17-A431-55D4796C12A1}" srcOrd="1" destOrd="0" presId="urn:microsoft.com/office/officeart/2009/3/layout/HorizontalOrganizationChart"/>
    <dgm:cxn modelId="{46AF51AE-9971-4F31-A5D3-43DE8923B9EE}" type="presParOf" srcId="{54AE4656-397D-42D6-A20A-17FFD74497C4}" destId="{DD320CF0-6233-41B1-9CF7-735EB96142F8}" srcOrd="2" destOrd="0" presId="urn:microsoft.com/office/officeart/2009/3/layout/HorizontalOrganizationChart"/>
    <dgm:cxn modelId="{58E4060D-B038-4E26-B41E-8F0DF69BAB05}" type="presParOf" srcId="{9D17B761-D9A1-46BB-8326-DB3634DE0050}" destId="{CC33977A-3431-4ED1-B586-379C072EDBD2}" srcOrd="6" destOrd="0" presId="urn:microsoft.com/office/officeart/2009/3/layout/HorizontalOrganizationChart"/>
    <dgm:cxn modelId="{0EC8E6CC-3D7A-472F-805C-E12546470052}" type="presParOf" srcId="{9D17B761-D9A1-46BB-8326-DB3634DE0050}" destId="{01108E7D-10B2-46DC-B163-CC759C8CEAF7}" srcOrd="7" destOrd="0" presId="urn:microsoft.com/office/officeart/2009/3/layout/HorizontalOrganizationChart"/>
    <dgm:cxn modelId="{EFFCDA44-A2AA-4A6D-99AE-DA0F2386E1D1}" type="presParOf" srcId="{01108E7D-10B2-46DC-B163-CC759C8CEAF7}" destId="{B07F5508-0E59-4494-9D5F-38ED46A75C18}" srcOrd="0" destOrd="0" presId="urn:microsoft.com/office/officeart/2009/3/layout/HorizontalOrganizationChart"/>
    <dgm:cxn modelId="{D3C66FFB-642B-4E75-BEF3-BEAFBE725B33}" type="presParOf" srcId="{B07F5508-0E59-4494-9D5F-38ED46A75C18}" destId="{98619B68-7BC8-4FBB-ACA1-373F955CD45D}" srcOrd="0" destOrd="0" presId="urn:microsoft.com/office/officeart/2009/3/layout/HorizontalOrganizationChart"/>
    <dgm:cxn modelId="{6D9A6E68-7A4D-479D-A88D-C936EDEB8997}" type="presParOf" srcId="{B07F5508-0E59-4494-9D5F-38ED46A75C18}" destId="{3A970620-6485-49C4-9AAC-1CC9CD76C403}" srcOrd="1" destOrd="0" presId="urn:microsoft.com/office/officeart/2009/3/layout/HorizontalOrganizationChart"/>
    <dgm:cxn modelId="{A2C9AA70-12BB-428E-885A-C3B96D79DC36}" type="presParOf" srcId="{01108E7D-10B2-46DC-B163-CC759C8CEAF7}" destId="{7FAF8F91-F8C1-4636-8B98-66385639896E}" srcOrd="1" destOrd="0" presId="urn:microsoft.com/office/officeart/2009/3/layout/HorizontalOrganizationChart"/>
    <dgm:cxn modelId="{57E7BE98-8699-498B-BEF0-68DD88525085}" type="presParOf" srcId="{01108E7D-10B2-46DC-B163-CC759C8CEAF7}" destId="{99AF23CF-80F1-4403-AC1A-4B4946881F03}" srcOrd="2" destOrd="0" presId="urn:microsoft.com/office/officeart/2009/3/layout/HorizontalOrganizationChart"/>
    <dgm:cxn modelId="{C7C5CDEA-EDD0-436E-B286-4F5DA5D3C38F}" type="presParOf" srcId="{B807A6AD-ADF6-4EA9-8481-0B3F703FE630}" destId="{95CF9F23-7ADA-451F-B8FD-FCF7BC64BC1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55BF75-9975-413D-B619-51BEFCAE8C19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5C97AA-27C3-41BC-ACFB-747353B487F9}">
      <dgm:prSet/>
      <dgm:spPr/>
      <dgm:t>
        <a:bodyPr/>
        <a:lstStyle/>
        <a:p>
          <a:r>
            <a:rPr lang="en-US" baseline="0"/>
            <a:t>Other Influential Factors</a:t>
          </a:r>
          <a:endParaRPr lang="en-US"/>
        </a:p>
      </dgm:t>
    </dgm:pt>
    <dgm:pt modelId="{A3DAC001-7324-4200-9E79-AB9E21C65BF5}" type="parTrans" cxnId="{ED5FE10C-DCCD-4FDF-B845-364AE105C193}">
      <dgm:prSet/>
      <dgm:spPr/>
      <dgm:t>
        <a:bodyPr/>
        <a:lstStyle/>
        <a:p>
          <a:endParaRPr lang="en-US"/>
        </a:p>
      </dgm:t>
    </dgm:pt>
    <dgm:pt modelId="{B60BCC32-B631-4C8B-ACCB-36623901111A}" type="sibTrans" cxnId="{ED5FE10C-DCCD-4FDF-B845-364AE105C193}">
      <dgm:prSet/>
      <dgm:spPr/>
      <dgm:t>
        <a:bodyPr/>
        <a:lstStyle/>
        <a:p>
          <a:endParaRPr lang="en-US"/>
        </a:p>
      </dgm:t>
    </dgm:pt>
    <dgm:pt modelId="{75538AC0-A180-447C-AE9C-D509B4091B46}">
      <dgm:prSet/>
      <dgm:spPr/>
      <dgm:t>
        <a:bodyPr/>
        <a:lstStyle/>
        <a:p>
          <a:r>
            <a:rPr lang="en-US" baseline="0" dirty="0"/>
            <a:t>Patient Demographics: Ethnicity, Race, Education, Motivation</a:t>
          </a:r>
          <a:endParaRPr lang="en-US" dirty="0"/>
        </a:p>
      </dgm:t>
    </dgm:pt>
    <dgm:pt modelId="{518A9F2F-12D7-4A33-8184-623FCA2FDA8D}" type="parTrans" cxnId="{A177B8ED-4EDE-4956-BF45-71639B56FF69}">
      <dgm:prSet/>
      <dgm:spPr/>
      <dgm:t>
        <a:bodyPr/>
        <a:lstStyle/>
        <a:p>
          <a:endParaRPr lang="en-US"/>
        </a:p>
      </dgm:t>
    </dgm:pt>
    <dgm:pt modelId="{A2C9250E-1C17-47FA-BE4B-027ECE352512}" type="sibTrans" cxnId="{A177B8ED-4EDE-4956-BF45-71639B56FF69}">
      <dgm:prSet/>
      <dgm:spPr/>
      <dgm:t>
        <a:bodyPr/>
        <a:lstStyle/>
        <a:p>
          <a:endParaRPr lang="en-US"/>
        </a:p>
      </dgm:t>
    </dgm:pt>
    <dgm:pt modelId="{667137FF-00A9-4C2F-9A6B-37D9AFAD443C}">
      <dgm:prSet/>
      <dgm:spPr/>
      <dgm:t>
        <a:bodyPr/>
        <a:lstStyle/>
        <a:p>
          <a:r>
            <a:rPr lang="en-US" baseline="0"/>
            <a:t>Procedure for measurement</a:t>
          </a:r>
          <a:endParaRPr lang="en-US"/>
        </a:p>
      </dgm:t>
    </dgm:pt>
    <dgm:pt modelId="{4A2E05FA-6C2D-4A4D-8685-AF9C16FD3932}" type="parTrans" cxnId="{19C61287-C9FB-4CC2-8BF3-F5E5B60F2C83}">
      <dgm:prSet/>
      <dgm:spPr/>
      <dgm:t>
        <a:bodyPr/>
        <a:lstStyle/>
        <a:p>
          <a:endParaRPr lang="en-US"/>
        </a:p>
      </dgm:t>
    </dgm:pt>
    <dgm:pt modelId="{D0D53B23-C113-42F0-A165-140E8DC2DC69}" type="sibTrans" cxnId="{19C61287-C9FB-4CC2-8BF3-F5E5B60F2C83}">
      <dgm:prSet/>
      <dgm:spPr/>
      <dgm:t>
        <a:bodyPr/>
        <a:lstStyle/>
        <a:p>
          <a:endParaRPr lang="en-US"/>
        </a:p>
      </dgm:t>
    </dgm:pt>
    <dgm:pt modelId="{1E7E4275-DB96-4826-8C95-D30083BC70D5}">
      <dgm:prSet/>
      <dgm:spPr/>
      <dgm:t>
        <a:bodyPr/>
        <a:lstStyle/>
        <a:p>
          <a:r>
            <a:rPr lang="en-US" baseline="0"/>
            <a:t>Pre-test</a:t>
          </a:r>
          <a:endParaRPr lang="en-US"/>
        </a:p>
      </dgm:t>
    </dgm:pt>
    <dgm:pt modelId="{68031424-E431-4537-BB95-7788454287EB}" type="parTrans" cxnId="{24EF7607-25F3-410B-A1AF-29C61606D862}">
      <dgm:prSet/>
      <dgm:spPr/>
      <dgm:t>
        <a:bodyPr/>
        <a:lstStyle/>
        <a:p>
          <a:endParaRPr lang="en-US"/>
        </a:p>
      </dgm:t>
    </dgm:pt>
    <dgm:pt modelId="{C80CA1FF-A6AD-44EC-B772-D7064C0C5CD8}" type="sibTrans" cxnId="{24EF7607-25F3-410B-A1AF-29C61606D862}">
      <dgm:prSet/>
      <dgm:spPr/>
      <dgm:t>
        <a:bodyPr/>
        <a:lstStyle/>
        <a:p>
          <a:endParaRPr lang="en-US"/>
        </a:p>
      </dgm:t>
    </dgm:pt>
    <dgm:pt modelId="{E8139A4E-7657-41F5-8E49-03D233C24FC6}">
      <dgm:prSet/>
      <dgm:spPr/>
      <dgm:t>
        <a:bodyPr/>
        <a:lstStyle/>
        <a:p>
          <a:r>
            <a:rPr lang="en-US" baseline="0" dirty="0"/>
            <a:t>Pre-diabetes Test, Customized Pre-survey</a:t>
          </a:r>
          <a:endParaRPr lang="en-US" dirty="0"/>
        </a:p>
      </dgm:t>
    </dgm:pt>
    <dgm:pt modelId="{0B6E8E26-5BCE-4E10-8961-63B93E44903B}" type="parTrans" cxnId="{4C0EA540-A2B7-455A-ADCA-A35D227640D5}">
      <dgm:prSet/>
      <dgm:spPr/>
      <dgm:t>
        <a:bodyPr/>
        <a:lstStyle/>
        <a:p>
          <a:endParaRPr lang="en-US"/>
        </a:p>
      </dgm:t>
    </dgm:pt>
    <dgm:pt modelId="{22C5FFB1-F0EC-4227-8F15-E2F8343BA1E0}" type="sibTrans" cxnId="{4C0EA540-A2B7-455A-ADCA-A35D227640D5}">
      <dgm:prSet/>
      <dgm:spPr/>
      <dgm:t>
        <a:bodyPr/>
        <a:lstStyle/>
        <a:p>
          <a:endParaRPr lang="en-US"/>
        </a:p>
      </dgm:t>
    </dgm:pt>
    <dgm:pt modelId="{F2626FB5-DFCD-4EA1-94A2-49BDE76F47BC}">
      <dgm:prSet/>
      <dgm:spPr/>
      <dgm:t>
        <a:bodyPr/>
        <a:lstStyle/>
        <a:p>
          <a:r>
            <a:rPr lang="en-US" baseline="0"/>
            <a:t>AIC% within last 90 days.</a:t>
          </a:r>
          <a:endParaRPr lang="en-US"/>
        </a:p>
      </dgm:t>
    </dgm:pt>
    <dgm:pt modelId="{67C6EFB4-3CFC-4BF3-B370-7991D756C028}" type="parTrans" cxnId="{AD84AE40-226B-4835-ABE0-6C970070C632}">
      <dgm:prSet/>
      <dgm:spPr/>
      <dgm:t>
        <a:bodyPr/>
        <a:lstStyle/>
        <a:p>
          <a:endParaRPr lang="en-US"/>
        </a:p>
      </dgm:t>
    </dgm:pt>
    <dgm:pt modelId="{5DF09E31-53E9-41CF-956A-39D7DB104130}" type="sibTrans" cxnId="{AD84AE40-226B-4835-ABE0-6C970070C632}">
      <dgm:prSet/>
      <dgm:spPr/>
      <dgm:t>
        <a:bodyPr/>
        <a:lstStyle/>
        <a:p>
          <a:endParaRPr lang="en-US"/>
        </a:p>
      </dgm:t>
    </dgm:pt>
    <dgm:pt modelId="{48F54EF4-297C-4F36-B44B-ED373633E13E}">
      <dgm:prSet/>
      <dgm:spPr/>
      <dgm:t>
        <a:bodyPr/>
        <a:lstStyle/>
        <a:p>
          <a:r>
            <a:rPr lang="en-US" baseline="0"/>
            <a:t>Post-test</a:t>
          </a:r>
          <a:endParaRPr lang="en-US"/>
        </a:p>
      </dgm:t>
    </dgm:pt>
    <dgm:pt modelId="{53DAC2FF-4904-458A-8869-56F208DBCD9F}" type="parTrans" cxnId="{0AA8ABED-9282-496E-98F6-ADD97163F29C}">
      <dgm:prSet/>
      <dgm:spPr/>
      <dgm:t>
        <a:bodyPr/>
        <a:lstStyle/>
        <a:p>
          <a:endParaRPr lang="en-US"/>
        </a:p>
      </dgm:t>
    </dgm:pt>
    <dgm:pt modelId="{83F906AA-5331-4E33-A555-30263AACF845}" type="sibTrans" cxnId="{0AA8ABED-9282-496E-98F6-ADD97163F29C}">
      <dgm:prSet/>
      <dgm:spPr/>
      <dgm:t>
        <a:bodyPr/>
        <a:lstStyle/>
        <a:p>
          <a:endParaRPr lang="en-US"/>
        </a:p>
      </dgm:t>
    </dgm:pt>
    <dgm:pt modelId="{023AF87F-49FB-4F85-A572-025989971A6F}">
      <dgm:prSet/>
      <dgm:spPr/>
      <dgm:t>
        <a:bodyPr/>
        <a:lstStyle/>
        <a:p>
          <a:r>
            <a:rPr lang="en-US" baseline="0" dirty="0"/>
            <a:t>Customized Post-survey</a:t>
          </a:r>
          <a:endParaRPr lang="en-US" dirty="0"/>
        </a:p>
      </dgm:t>
    </dgm:pt>
    <dgm:pt modelId="{82F819E4-9548-4777-9323-DDA8C029DF1E}" type="parTrans" cxnId="{CAF83F16-1541-45BA-BCDE-7894AE06F4D3}">
      <dgm:prSet/>
      <dgm:spPr/>
      <dgm:t>
        <a:bodyPr/>
        <a:lstStyle/>
        <a:p>
          <a:endParaRPr lang="en-US"/>
        </a:p>
      </dgm:t>
    </dgm:pt>
    <dgm:pt modelId="{70474031-FE37-46AF-BA5A-BCFDC6C8663E}" type="sibTrans" cxnId="{CAF83F16-1541-45BA-BCDE-7894AE06F4D3}">
      <dgm:prSet/>
      <dgm:spPr/>
      <dgm:t>
        <a:bodyPr/>
        <a:lstStyle/>
        <a:p>
          <a:endParaRPr lang="en-US"/>
        </a:p>
      </dgm:t>
    </dgm:pt>
    <dgm:pt modelId="{545B88E7-7C79-46E2-8AD6-C610201843FA}">
      <dgm:prSet/>
      <dgm:spPr/>
      <dgm:t>
        <a:bodyPr/>
        <a:lstStyle/>
        <a:p>
          <a:r>
            <a:rPr lang="en-US" dirty="0"/>
            <a:t>Others provided by Health Clinic</a:t>
          </a:r>
        </a:p>
      </dgm:t>
    </dgm:pt>
    <dgm:pt modelId="{B574C54E-2D85-4990-A1C4-C921C1321BF2}" type="parTrans" cxnId="{551ADFFC-FB0C-4A50-829D-D8C75CDF5227}">
      <dgm:prSet/>
      <dgm:spPr/>
    </dgm:pt>
    <dgm:pt modelId="{03EA0218-DC8C-4D6F-8BEF-6936A07FBD94}" type="sibTrans" cxnId="{551ADFFC-FB0C-4A50-829D-D8C75CDF5227}">
      <dgm:prSet/>
      <dgm:spPr/>
    </dgm:pt>
    <dgm:pt modelId="{6DA75D91-B085-42AB-B3D4-97A638AE9BFE}" type="pres">
      <dgm:prSet presAssocID="{9455BF75-9975-413D-B619-51BEFCAE8C19}" presName="linear" presStyleCnt="0">
        <dgm:presLayoutVars>
          <dgm:dir/>
          <dgm:animLvl val="lvl"/>
          <dgm:resizeHandles val="exact"/>
        </dgm:presLayoutVars>
      </dgm:prSet>
      <dgm:spPr/>
    </dgm:pt>
    <dgm:pt modelId="{C8D4E7B7-B3FB-439B-8C50-527C5A1FFBA6}" type="pres">
      <dgm:prSet presAssocID="{F15C97AA-27C3-41BC-ACFB-747353B487F9}" presName="parentLin" presStyleCnt="0"/>
      <dgm:spPr/>
    </dgm:pt>
    <dgm:pt modelId="{9BC27F64-A852-4032-9689-4B0688077251}" type="pres">
      <dgm:prSet presAssocID="{F15C97AA-27C3-41BC-ACFB-747353B487F9}" presName="parentLeftMargin" presStyleLbl="node1" presStyleIdx="0" presStyleCnt="2"/>
      <dgm:spPr/>
    </dgm:pt>
    <dgm:pt modelId="{62E0731C-9CF1-4C59-BA87-39627E7E3087}" type="pres">
      <dgm:prSet presAssocID="{F15C97AA-27C3-41BC-ACFB-747353B487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C29B47B-6E3C-4CE4-9393-CF3BC7717CC0}" type="pres">
      <dgm:prSet presAssocID="{F15C97AA-27C3-41BC-ACFB-747353B487F9}" presName="negativeSpace" presStyleCnt="0"/>
      <dgm:spPr/>
    </dgm:pt>
    <dgm:pt modelId="{B952ED35-F6BC-4F8F-9AF4-FD2739BF49F1}" type="pres">
      <dgm:prSet presAssocID="{F15C97AA-27C3-41BC-ACFB-747353B487F9}" presName="childText" presStyleLbl="conFgAcc1" presStyleIdx="0" presStyleCnt="2">
        <dgm:presLayoutVars>
          <dgm:bulletEnabled val="1"/>
        </dgm:presLayoutVars>
      </dgm:prSet>
      <dgm:spPr/>
    </dgm:pt>
    <dgm:pt modelId="{B0C820FA-4323-4E4A-B3C8-57CCBC86F16E}" type="pres">
      <dgm:prSet presAssocID="{B60BCC32-B631-4C8B-ACCB-36623901111A}" presName="spaceBetweenRectangles" presStyleCnt="0"/>
      <dgm:spPr/>
    </dgm:pt>
    <dgm:pt modelId="{E88FAB05-F0D0-4EA3-8793-A2348BECCB63}" type="pres">
      <dgm:prSet presAssocID="{667137FF-00A9-4C2F-9A6B-37D9AFAD443C}" presName="parentLin" presStyleCnt="0"/>
      <dgm:spPr/>
    </dgm:pt>
    <dgm:pt modelId="{E873681C-181D-4F78-84F5-C85C817C0735}" type="pres">
      <dgm:prSet presAssocID="{667137FF-00A9-4C2F-9A6B-37D9AFAD443C}" presName="parentLeftMargin" presStyleLbl="node1" presStyleIdx="0" presStyleCnt="2"/>
      <dgm:spPr/>
    </dgm:pt>
    <dgm:pt modelId="{C36864C3-723B-4876-837D-1833EB6B1217}" type="pres">
      <dgm:prSet presAssocID="{667137FF-00A9-4C2F-9A6B-37D9AFAD443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4A61D7-F73F-4A02-9FB1-A6440B0932FE}" type="pres">
      <dgm:prSet presAssocID="{667137FF-00A9-4C2F-9A6B-37D9AFAD443C}" presName="negativeSpace" presStyleCnt="0"/>
      <dgm:spPr/>
    </dgm:pt>
    <dgm:pt modelId="{BD57C1EF-613B-4417-BF2F-C1385C8026B4}" type="pres">
      <dgm:prSet presAssocID="{667137FF-00A9-4C2F-9A6B-37D9AFAD443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4EF7607-25F3-410B-A1AF-29C61606D862}" srcId="{667137FF-00A9-4C2F-9A6B-37D9AFAD443C}" destId="{1E7E4275-DB96-4826-8C95-D30083BC70D5}" srcOrd="0" destOrd="0" parTransId="{68031424-E431-4537-BB95-7788454287EB}" sibTransId="{C80CA1FF-A6AD-44EC-B772-D7064C0C5CD8}"/>
    <dgm:cxn modelId="{1A32C00B-ED72-4695-8850-D7C732E57BA9}" type="presOf" srcId="{E8139A4E-7657-41F5-8E49-03D233C24FC6}" destId="{BD57C1EF-613B-4417-BF2F-C1385C8026B4}" srcOrd="0" destOrd="1" presId="urn:microsoft.com/office/officeart/2005/8/layout/list1"/>
    <dgm:cxn modelId="{ED5FE10C-DCCD-4FDF-B845-364AE105C193}" srcId="{9455BF75-9975-413D-B619-51BEFCAE8C19}" destId="{F15C97AA-27C3-41BC-ACFB-747353B487F9}" srcOrd="0" destOrd="0" parTransId="{A3DAC001-7324-4200-9E79-AB9E21C65BF5}" sibTransId="{B60BCC32-B631-4C8B-ACCB-36623901111A}"/>
    <dgm:cxn modelId="{CAF83F16-1541-45BA-BCDE-7894AE06F4D3}" srcId="{48F54EF4-297C-4F36-B44B-ED373633E13E}" destId="{023AF87F-49FB-4F85-A572-025989971A6F}" srcOrd="0" destOrd="0" parTransId="{82F819E4-9548-4777-9323-DDA8C029DF1E}" sibTransId="{70474031-FE37-46AF-BA5A-BCFDC6C8663E}"/>
    <dgm:cxn modelId="{52CD2E2A-17B6-42E7-A74E-95AA8CC47FDB}" type="presOf" srcId="{667137FF-00A9-4C2F-9A6B-37D9AFAD443C}" destId="{C36864C3-723B-4876-837D-1833EB6B1217}" srcOrd="1" destOrd="0" presId="urn:microsoft.com/office/officeart/2005/8/layout/list1"/>
    <dgm:cxn modelId="{4C0EA540-A2B7-455A-ADCA-A35D227640D5}" srcId="{1E7E4275-DB96-4826-8C95-D30083BC70D5}" destId="{E8139A4E-7657-41F5-8E49-03D233C24FC6}" srcOrd="0" destOrd="0" parTransId="{0B6E8E26-5BCE-4E10-8961-63B93E44903B}" sibTransId="{22C5FFB1-F0EC-4227-8F15-E2F8343BA1E0}"/>
    <dgm:cxn modelId="{AD84AE40-226B-4835-ABE0-6C970070C632}" srcId="{E8139A4E-7657-41F5-8E49-03D233C24FC6}" destId="{F2626FB5-DFCD-4EA1-94A2-49BDE76F47BC}" srcOrd="0" destOrd="0" parTransId="{67C6EFB4-3CFC-4BF3-B370-7991D756C028}" sibTransId="{5DF09E31-53E9-41CF-956A-39D7DB104130}"/>
    <dgm:cxn modelId="{5F65F344-17A5-40BA-A021-604B496211F6}" type="presOf" srcId="{9455BF75-9975-413D-B619-51BEFCAE8C19}" destId="{6DA75D91-B085-42AB-B3D4-97A638AE9BFE}" srcOrd="0" destOrd="0" presId="urn:microsoft.com/office/officeart/2005/8/layout/list1"/>
    <dgm:cxn modelId="{17EFC04C-C761-4E83-AD1B-F728B8B4291C}" type="presOf" srcId="{667137FF-00A9-4C2F-9A6B-37D9AFAD443C}" destId="{E873681C-181D-4F78-84F5-C85C817C0735}" srcOrd="0" destOrd="0" presId="urn:microsoft.com/office/officeart/2005/8/layout/list1"/>
    <dgm:cxn modelId="{ABF85172-A22D-4B8B-AE30-4C004D70829A}" type="presOf" srcId="{F2626FB5-DFCD-4EA1-94A2-49BDE76F47BC}" destId="{BD57C1EF-613B-4417-BF2F-C1385C8026B4}" srcOrd="0" destOrd="2" presId="urn:microsoft.com/office/officeart/2005/8/layout/list1"/>
    <dgm:cxn modelId="{FB608F54-8FBD-48FC-9FBF-55705DAF93F3}" type="presOf" srcId="{1E7E4275-DB96-4826-8C95-D30083BC70D5}" destId="{BD57C1EF-613B-4417-BF2F-C1385C8026B4}" srcOrd="0" destOrd="0" presId="urn:microsoft.com/office/officeart/2005/8/layout/list1"/>
    <dgm:cxn modelId="{0AAD9684-03C4-4088-91C0-5B19432D2353}" type="presOf" srcId="{545B88E7-7C79-46E2-8AD6-C610201843FA}" destId="{B952ED35-F6BC-4F8F-9AF4-FD2739BF49F1}" srcOrd="0" destOrd="1" presId="urn:microsoft.com/office/officeart/2005/8/layout/list1"/>
    <dgm:cxn modelId="{19C61287-C9FB-4CC2-8BF3-F5E5B60F2C83}" srcId="{9455BF75-9975-413D-B619-51BEFCAE8C19}" destId="{667137FF-00A9-4C2F-9A6B-37D9AFAD443C}" srcOrd="1" destOrd="0" parTransId="{4A2E05FA-6C2D-4A4D-8685-AF9C16FD3932}" sibTransId="{D0D53B23-C113-42F0-A165-140E8DC2DC69}"/>
    <dgm:cxn modelId="{18A01FA0-03B1-4B8C-AAE2-65DF2904A925}" type="presOf" srcId="{023AF87F-49FB-4F85-A572-025989971A6F}" destId="{BD57C1EF-613B-4417-BF2F-C1385C8026B4}" srcOrd="0" destOrd="4" presId="urn:microsoft.com/office/officeart/2005/8/layout/list1"/>
    <dgm:cxn modelId="{A75BF0B0-0CDA-47A0-BA33-0E529123A68B}" type="presOf" srcId="{48F54EF4-297C-4F36-B44B-ED373633E13E}" destId="{BD57C1EF-613B-4417-BF2F-C1385C8026B4}" srcOrd="0" destOrd="3" presId="urn:microsoft.com/office/officeart/2005/8/layout/list1"/>
    <dgm:cxn modelId="{B4602CB3-EBE9-45E8-AADE-6D14DCC07277}" type="presOf" srcId="{F15C97AA-27C3-41BC-ACFB-747353B487F9}" destId="{9BC27F64-A852-4032-9689-4B0688077251}" srcOrd="0" destOrd="0" presId="urn:microsoft.com/office/officeart/2005/8/layout/list1"/>
    <dgm:cxn modelId="{64144BB8-5ECD-4C43-A362-445D04E0B08F}" type="presOf" srcId="{75538AC0-A180-447C-AE9C-D509B4091B46}" destId="{B952ED35-F6BC-4F8F-9AF4-FD2739BF49F1}" srcOrd="0" destOrd="0" presId="urn:microsoft.com/office/officeart/2005/8/layout/list1"/>
    <dgm:cxn modelId="{0A2285DE-3CED-4F0F-8BA9-258800C86824}" type="presOf" srcId="{F15C97AA-27C3-41BC-ACFB-747353B487F9}" destId="{62E0731C-9CF1-4C59-BA87-39627E7E3087}" srcOrd="1" destOrd="0" presId="urn:microsoft.com/office/officeart/2005/8/layout/list1"/>
    <dgm:cxn modelId="{0AA8ABED-9282-496E-98F6-ADD97163F29C}" srcId="{667137FF-00A9-4C2F-9A6B-37D9AFAD443C}" destId="{48F54EF4-297C-4F36-B44B-ED373633E13E}" srcOrd="1" destOrd="0" parTransId="{53DAC2FF-4904-458A-8869-56F208DBCD9F}" sibTransId="{83F906AA-5331-4E33-A555-30263AACF845}"/>
    <dgm:cxn modelId="{A177B8ED-4EDE-4956-BF45-71639B56FF69}" srcId="{F15C97AA-27C3-41BC-ACFB-747353B487F9}" destId="{75538AC0-A180-447C-AE9C-D509B4091B46}" srcOrd="0" destOrd="0" parTransId="{518A9F2F-12D7-4A33-8184-623FCA2FDA8D}" sibTransId="{A2C9250E-1C17-47FA-BE4B-027ECE352512}"/>
    <dgm:cxn modelId="{551ADFFC-FB0C-4A50-829D-D8C75CDF5227}" srcId="{75538AC0-A180-447C-AE9C-D509B4091B46}" destId="{545B88E7-7C79-46E2-8AD6-C610201843FA}" srcOrd="0" destOrd="0" parTransId="{B574C54E-2D85-4990-A1C4-C921C1321BF2}" sibTransId="{03EA0218-DC8C-4D6F-8BEF-6936A07FBD94}"/>
    <dgm:cxn modelId="{47DAFEA0-978F-431B-99C8-A377C2160642}" type="presParOf" srcId="{6DA75D91-B085-42AB-B3D4-97A638AE9BFE}" destId="{C8D4E7B7-B3FB-439B-8C50-527C5A1FFBA6}" srcOrd="0" destOrd="0" presId="urn:microsoft.com/office/officeart/2005/8/layout/list1"/>
    <dgm:cxn modelId="{C9C669AE-A503-46CA-817D-11E0EC98E258}" type="presParOf" srcId="{C8D4E7B7-B3FB-439B-8C50-527C5A1FFBA6}" destId="{9BC27F64-A852-4032-9689-4B0688077251}" srcOrd="0" destOrd="0" presId="urn:microsoft.com/office/officeart/2005/8/layout/list1"/>
    <dgm:cxn modelId="{93A899DE-EF33-4BEB-B3E6-B7A1BFAF3EBA}" type="presParOf" srcId="{C8D4E7B7-B3FB-439B-8C50-527C5A1FFBA6}" destId="{62E0731C-9CF1-4C59-BA87-39627E7E3087}" srcOrd="1" destOrd="0" presId="urn:microsoft.com/office/officeart/2005/8/layout/list1"/>
    <dgm:cxn modelId="{BD18B596-4FF5-4799-94B9-95934944AEAC}" type="presParOf" srcId="{6DA75D91-B085-42AB-B3D4-97A638AE9BFE}" destId="{0C29B47B-6E3C-4CE4-9393-CF3BC7717CC0}" srcOrd="1" destOrd="0" presId="urn:microsoft.com/office/officeart/2005/8/layout/list1"/>
    <dgm:cxn modelId="{B88F8F5A-E956-42FC-BF9A-7233CC92FB9D}" type="presParOf" srcId="{6DA75D91-B085-42AB-B3D4-97A638AE9BFE}" destId="{B952ED35-F6BC-4F8F-9AF4-FD2739BF49F1}" srcOrd="2" destOrd="0" presId="urn:microsoft.com/office/officeart/2005/8/layout/list1"/>
    <dgm:cxn modelId="{40583287-FBBF-4E32-9D9A-B617BC2841DB}" type="presParOf" srcId="{6DA75D91-B085-42AB-B3D4-97A638AE9BFE}" destId="{B0C820FA-4323-4E4A-B3C8-57CCBC86F16E}" srcOrd="3" destOrd="0" presId="urn:microsoft.com/office/officeart/2005/8/layout/list1"/>
    <dgm:cxn modelId="{44B4A130-6E38-4075-8873-E5DE288F0399}" type="presParOf" srcId="{6DA75D91-B085-42AB-B3D4-97A638AE9BFE}" destId="{E88FAB05-F0D0-4EA3-8793-A2348BECCB63}" srcOrd="4" destOrd="0" presId="urn:microsoft.com/office/officeart/2005/8/layout/list1"/>
    <dgm:cxn modelId="{C6C72C61-B834-4D00-80F8-810E722B7D99}" type="presParOf" srcId="{E88FAB05-F0D0-4EA3-8793-A2348BECCB63}" destId="{E873681C-181D-4F78-84F5-C85C817C0735}" srcOrd="0" destOrd="0" presId="urn:microsoft.com/office/officeart/2005/8/layout/list1"/>
    <dgm:cxn modelId="{71E3811D-2E96-4B5F-84C8-8CB6E7903834}" type="presParOf" srcId="{E88FAB05-F0D0-4EA3-8793-A2348BECCB63}" destId="{C36864C3-723B-4876-837D-1833EB6B1217}" srcOrd="1" destOrd="0" presId="urn:microsoft.com/office/officeart/2005/8/layout/list1"/>
    <dgm:cxn modelId="{DA1AEA0C-8FFA-404B-B245-24A8AD164D3A}" type="presParOf" srcId="{6DA75D91-B085-42AB-B3D4-97A638AE9BFE}" destId="{404A61D7-F73F-4A02-9FB1-A6440B0932FE}" srcOrd="5" destOrd="0" presId="urn:microsoft.com/office/officeart/2005/8/layout/list1"/>
    <dgm:cxn modelId="{D4FC3D57-FB13-4B82-A710-BCF6AD83535F}" type="presParOf" srcId="{6DA75D91-B085-42AB-B3D4-97A638AE9BFE}" destId="{BD57C1EF-613B-4417-BF2F-C1385C8026B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F51C2B7-C2CF-4B18-AB86-317D43CF3547}" type="doc">
      <dgm:prSet loTypeId="urn:microsoft.com/office/officeart/2016/7/layout/BasicLinearProcessNumbered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91F1E9-ADC6-45A1-A408-6C32F9AD30B5}">
      <dgm:prSet/>
      <dgm:spPr/>
      <dgm:t>
        <a:bodyPr/>
        <a:lstStyle/>
        <a:p>
          <a:r>
            <a:rPr lang="en-US" baseline="0" dirty="0"/>
            <a:t>Measure general improvement:</a:t>
          </a:r>
          <a:endParaRPr lang="en-US" dirty="0"/>
        </a:p>
      </dgm:t>
    </dgm:pt>
    <dgm:pt modelId="{FD5044B0-2763-4B26-B051-2BEE0E3959B7}" type="parTrans" cxnId="{AE536CEF-C7AF-45C4-8EE8-E8070F93ADAF}">
      <dgm:prSet/>
      <dgm:spPr/>
      <dgm:t>
        <a:bodyPr/>
        <a:lstStyle/>
        <a:p>
          <a:endParaRPr lang="en-US"/>
        </a:p>
      </dgm:t>
    </dgm:pt>
    <dgm:pt modelId="{AB6E2E03-683B-41EF-A7D8-D9D704A4C86B}" type="sibTrans" cxnId="{AE536CEF-C7AF-45C4-8EE8-E8070F93ADA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4981CDC-F91A-4656-AEDE-8B26A041BE19}">
      <dgm:prSet/>
      <dgm:spPr/>
      <dgm:t>
        <a:bodyPr/>
        <a:lstStyle/>
        <a:p>
          <a:r>
            <a:rPr lang="en-US" baseline="0"/>
            <a:t>Paired T-Test for each dependent variable.</a:t>
          </a:r>
          <a:endParaRPr lang="en-US"/>
        </a:p>
      </dgm:t>
    </dgm:pt>
    <dgm:pt modelId="{6A02E4F6-8F15-47B5-9511-5172710EFD70}" type="parTrans" cxnId="{33CF46F1-B40D-487D-B93D-F3CE8D10AE6F}">
      <dgm:prSet/>
      <dgm:spPr/>
      <dgm:t>
        <a:bodyPr/>
        <a:lstStyle/>
        <a:p>
          <a:endParaRPr lang="en-US"/>
        </a:p>
      </dgm:t>
    </dgm:pt>
    <dgm:pt modelId="{5FFA68FA-A95B-4404-8BAD-29C782ECA46A}" type="sibTrans" cxnId="{33CF46F1-B40D-487D-B93D-F3CE8D10AE6F}">
      <dgm:prSet/>
      <dgm:spPr/>
      <dgm:t>
        <a:bodyPr/>
        <a:lstStyle/>
        <a:p>
          <a:endParaRPr lang="en-US"/>
        </a:p>
      </dgm:t>
    </dgm:pt>
    <dgm:pt modelId="{A9B616BA-3751-4BAB-82B1-9898D5F7074A}">
      <dgm:prSet/>
      <dgm:spPr/>
      <dgm:t>
        <a:bodyPr/>
        <a:lstStyle/>
        <a:p>
          <a:r>
            <a:rPr lang="en-US" baseline="0"/>
            <a:t>Wilcoxon Sign test if assumptions violated.</a:t>
          </a:r>
          <a:endParaRPr lang="en-US"/>
        </a:p>
      </dgm:t>
    </dgm:pt>
    <dgm:pt modelId="{F8E29FE3-9960-4CF4-85F5-1AD79E2C8BAD}" type="parTrans" cxnId="{DC9701C6-177F-4F3F-A592-3F8D6418D619}">
      <dgm:prSet/>
      <dgm:spPr/>
      <dgm:t>
        <a:bodyPr/>
        <a:lstStyle/>
        <a:p>
          <a:endParaRPr lang="en-US"/>
        </a:p>
      </dgm:t>
    </dgm:pt>
    <dgm:pt modelId="{73986461-705E-41A0-A678-2EF07672EB4D}" type="sibTrans" cxnId="{DC9701C6-177F-4F3F-A592-3F8D6418D619}">
      <dgm:prSet/>
      <dgm:spPr/>
      <dgm:t>
        <a:bodyPr/>
        <a:lstStyle/>
        <a:p>
          <a:endParaRPr lang="en-US"/>
        </a:p>
      </dgm:t>
    </dgm:pt>
    <dgm:pt modelId="{A9EF4188-C129-4AC9-884A-675B8F5C7CAD}">
      <dgm:prSet/>
      <dgm:spPr/>
      <dgm:t>
        <a:bodyPr/>
        <a:lstStyle/>
        <a:p>
          <a:r>
            <a:rPr lang="en-US" baseline="0"/>
            <a:t>Measure within-group(gender, ethnicity, etc.) improvement.</a:t>
          </a:r>
          <a:endParaRPr lang="en-US"/>
        </a:p>
      </dgm:t>
    </dgm:pt>
    <dgm:pt modelId="{940AC217-B8A8-4BA2-899F-68D9D25D718A}" type="parTrans" cxnId="{2C534FA5-7B2D-4A3F-BC56-9705EA766A99}">
      <dgm:prSet/>
      <dgm:spPr/>
      <dgm:t>
        <a:bodyPr/>
        <a:lstStyle/>
        <a:p>
          <a:endParaRPr lang="en-US"/>
        </a:p>
      </dgm:t>
    </dgm:pt>
    <dgm:pt modelId="{418BD243-8E2E-494D-96CD-AA4384B3C96D}" type="sibTrans" cxnId="{2C534FA5-7B2D-4A3F-BC56-9705EA766A9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F07F002-634B-443E-99DD-770CD98DC834}">
      <dgm:prSet/>
      <dgm:spPr/>
      <dgm:t>
        <a:bodyPr/>
        <a:lstStyle/>
        <a:p>
          <a:r>
            <a:rPr lang="en-US" baseline="0"/>
            <a:t>Mixed Design ANOVA.</a:t>
          </a:r>
          <a:endParaRPr lang="en-US"/>
        </a:p>
      </dgm:t>
    </dgm:pt>
    <dgm:pt modelId="{16992CD1-B5E3-4872-AB45-6C21B0AD279F}" type="parTrans" cxnId="{879AF6BB-CB65-43DA-BC16-6FB92E98C749}">
      <dgm:prSet/>
      <dgm:spPr/>
      <dgm:t>
        <a:bodyPr/>
        <a:lstStyle/>
        <a:p>
          <a:endParaRPr lang="en-US"/>
        </a:p>
      </dgm:t>
    </dgm:pt>
    <dgm:pt modelId="{858C51F3-1302-4906-82BA-6639E45669C1}" type="sibTrans" cxnId="{879AF6BB-CB65-43DA-BC16-6FB92E98C749}">
      <dgm:prSet/>
      <dgm:spPr/>
      <dgm:t>
        <a:bodyPr/>
        <a:lstStyle/>
        <a:p>
          <a:endParaRPr lang="en-US"/>
        </a:p>
      </dgm:t>
    </dgm:pt>
    <dgm:pt modelId="{9522DB1C-9517-4279-B9F9-1631E15BAC02}">
      <dgm:prSet/>
      <dgm:spPr/>
      <dgm:t>
        <a:bodyPr/>
        <a:lstStyle/>
        <a:p>
          <a:r>
            <a:rPr lang="en-US" baseline="0"/>
            <a:t>Friedman Test if assumptions violated.</a:t>
          </a:r>
          <a:endParaRPr lang="en-US"/>
        </a:p>
      </dgm:t>
    </dgm:pt>
    <dgm:pt modelId="{42920F0E-D740-4797-B504-C0E9B738B438}" type="parTrans" cxnId="{5958BAF6-33B6-4260-8492-A2C05B5EC079}">
      <dgm:prSet/>
      <dgm:spPr/>
      <dgm:t>
        <a:bodyPr/>
        <a:lstStyle/>
        <a:p>
          <a:endParaRPr lang="en-US"/>
        </a:p>
      </dgm:t>
    </dgm:pt>
    <dgm:pt modelId="{4BF93B5F-3291-494B-8F1C-4213D2547466}" type="sibTrans" cxnId="{5958BAF6-33B6-4260-8492-A2C05B5EC079}">
      <dgm:prSet/>
      <dgm:spPr/>
      <dgm:t>
        <a:bodyPr/>
        <a:lstStyle/>
        <a:p>
          <a:endParaRPr lang="en-US"/>
        </a:p>
      </dgm:t>
    </dgm:pt>
    <dgm:pt modelId="{4D9ED814-C3E4-45A6-AF62-80F19367AAC9}" type="pres">
      <dgm:prSet presAssocID="{3F51C2B7-C2CF-4B18-AB86-317D43CF3547}" presName="Name0" presStyleCnt="0">
        <dgm:presLayoutVars>
          <dgm:animLvl val="lvl"/>
          <dgm:resizeHandles val="exact"/>
        </dgm:presLayoutVars>
      </dgm:prSet>
      <dgm:spPr/>
    </dgm:pt>
    <dgm:pt modelId="{145A9692-6EE7-42D6-A2A6-6898A6A95F75}" type="pres">
      <dgm:prSet presAssocID="{8E91F1E9-ADC6-45A1-A408-6C32F9AD30B5}" presName="compositeNode" presStyleCnt="0">
        <dgm:presLayoutVars>
          <dgm:bulletEnabled val="1"/>
        </dgm:presLayoutVars>
      </dgm:prSet>
      <dgm:spPr/>
    </dgm:pt>
    <dgm:pt modelId="{DCDF96C5-8D0E-405D-9902-FEA01D6FC557}" type="pres">
      <dgm:prSet presAssocID="{8E91F1E9-ADC6-45A1-A408-6C32F9AD30B5}" presName="bgRect" presStyleLbl="bgAccFollowNode1" presStyleIdx="0" presStyleCnt="2"/>
      <dgm:spPr/>
    </dgm:pt>
    <dgm:pt modelId="{5C816031-9223-4678-91CC-ECADD6C323AF}" type="pres">
      <dgm:prSet presAssocID="{AB6E2E03-683B-41EF-A7D8-D9D704A4C86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2F0D592D-0050-4145-8FDB-172A6593CE56}" type="pres">
      <dgm:prSet presAssocID="{8E91F1E9-ADC6-45A1-A408-6C32F9AD30B5}" presName="bottomLine" presStyleLbl="alignNode1" presStyleIdx="1" presStyleCnt="4">
        <dgm:presLayoutVars/>
      </dgm:prSet>
      <dgm:spPr/>
    </dgm:pt>
    <dgm:pt modelId="{9576C822-F2DB-44EC-AE32-8569E2AF542F}" type="pres">
      <dgm:prSet presAssocID="{8E91F1E9-ADC6-45A1-A408-6C32F9AD30B5}" presName="nodeText" presStyleLbl="bgAccFollowNode1" presStyleIdx="0" presStyleCnt="2">
        <dgm:presLayoutVars>
          <dgm:bulletEnabled val="1"/>
        </dgm:presLayoutVars>
      </dgm:prSet>
      <dgm:spPr/>
    </dgm:pt>
    <dgm:pt modelId="{4B01BE99-B140-46C2-B58F-346E9706BAB8}" type="pres">
      <dgm:prSet presAssocID="{AB6E2E03-683B-41EF-A7D8-D9D704A4C86B}" presName="sibTrans" presStyleCnt="0"/>
      <dgm:spPr/>
    </dgm:pt>
    <dgm:pt modelId="{5E6DB76C-02AF-47EA-8D7D-93E1AA8FEEB0}" type="pres">
      <dgm:prSet presAssocID="{A9EF4188-C129-4AC9-884A-675B8F5C7CAD}" presName="compositeNode" presStyleCnt="0">
        <dgm:presLayoutVars>
          <dgm:bulletEnabled val="1"/>
        </dgm:presLayoutVars>
      </dgm:prSet>
      <dgm:spPr/>
    </dgm:pt>
    <dgm:pt modelId="{9B34DDB6-539D-45D2-BDF5-54B76EE4F0C5}" type="pres">
      <dgm:prSet presAssocID="{A9EF4188-C129-4AC9-884A-675B8F5C7CAD}" presName="bgRect" presStyleLbl="bgAccFollowNode1" presStyleIdx="1" presStyleCnt="2"/>
      <dgm:spPr/>
    </dgm:pt>
    <dgm:pt modelId="{02586305-C5FF-47CA-A247-80981C540D29}" type="pres">
      <dgm:prSet presAssocID="{418BD243-8E2E-494D-96CD-AA4384B3C96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C73A7587-D8AF-4481-A980-D6B79C212AD9}" type="pres">
      <dgm:prSet presAssocID="{A9EF4188-C129-4AC9-884A-675B8F5C7CAD}" presName="bottomLine" presStyleLbl="alignNode1" presStyleIdx="3" presStyleCnt="4">
        <dgm:presLayoutVars/>
      </dgm:prSet>
      <dgm:spPr/>
    </dgm:pt>
    <dgm:pt modelId="{5E7CE191-88C8-4C5A-BBAC-63A08E91169A}" type="pres">
      <dgm:prSet presAssocID="{A9EF4188-C129-4AC9-884A-675B8F5C7CAD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8B42950D-CA7D-43F7-88AC-245B96BA6805}" type="presOf" srcId="{9522DB1C-9517-4279-B9F9-1631E15BAC02}" destId="{5E7CE191-88C8-4C5A-BBAC-63A08E91169A}" srcOrd="0" destOrd="2" presId="urn:microsoft.com/office/officeart/2016/7/layout/BasicLinearProcessNumbered"/>
    <dgm:cxn modelId="{4230AC5C-8B2A-4799-B4A4-1094F01072FD}" type="presOf" srcId="{A9B616BA-3751-4BAB-82B1-9898D5F7074A}" destId="{9576C822-F2DB-44EC-AE32-8569E2AF542F}" srcOrd="0" destOrd="2" presId="urn:microsoft.com/office/officeart/2016/7/layout/BasicLinearProcessNumbered"/>
    <dgm:cxn modelId="{F2E01F68-4411-4A94-A46E-04BAE91A4A5A}" type="presOf" srcId="{8E91F1E9-ADC6-45A1-A408-6C32F9AD30B5}" destId="{DCDF96C5-8D0E-405D-9902-FEA01D6FC557}" srcOrd="0" destOrd="0" presId="urn:microsoft.com/office/officeart/2016/7/layout/BasicLinearProcessNumbered"/>
    <dgm:cxn modelId="{62EFA66C-5DE2-4964-B4FD-D6980F7F5F9D}" type="presOf" srcId="{418BD243-8E2E-494D-96CD-AA4384B3C96D}" destId="{02586305-C5FF-47CA-A247-80981C540D29}" srcOrd="0" destOrd="0" presId="urn:microsoft.com/office/officeart/2016/7/layout/BasicLinearProcessNumbered"/>
    <dgm:cxn modelId="{242AD577-676F-448A-8781-D9F246DE7664}" type="presOf" srcId="{AB6E2E03-683B-41EF-A7D8-D9D704A4C86B}" destId="{5C816031-9223-4678-91CC-ECADD6C323AF}" srcOrd="0" destOrd="0" presId="urn:microsoft.com/office/officeart/2016/7/layout/BasicLinearProcessNumbered"/>
    <dgm:cxn modelId="{2F5A7490-797C-4D88-8E5B-0FB22388BB28}" type="presOf" srcId="{A9EF4188-C129-4AC9-884A-675B8F5C7CAD}" destId="{9B34DDB6-539D-45D2-BDF5-54B76EE4F0C5}" srcOrd="0" destOrd="0" presId="urn:microsoft.com/office/officeart/2016/7/layout/BasicLinearProcessNumbered"/>
    <dgm:cxn modelId="{91472994-4BA1-4D15-AB18-F4CCACDA422F}" type="presOf" srcId="{3F51C2B7-C2CF-4B18-AB86-317D43CF3547}" destId="{4D9ED814-C3E4-45A6-AF62-80F19367AAC9}" srcOrd="0" destOrd="0" presId="urn:microsoft.com/office/officeart/2016/7/layout/BasicLinearProcessNumbered"/>
    <dgm:cxn modelId="{2C534FA5-7B2D-4A3F-BC56-9705EA766A99}" srcId="{3F51C2B7-C2CF-4B18-AB86-317D43CF3547}" destId="{A9EF4188-C129-4AC9-884A-675B8F5C7CAD}" srcOrd="1" destOrd="0" parTransId="{940AC217-B8A8-4BA2-899F-68D9D25D718A}" sibTransId="{418BD243-8E2E-494D-96CD-AA4384B3C96D}"/>
    <dgm:cxn modelId="{879AF6BB-CB65-43DA-BC16-6FB92E98C749}" srcId="{A9EF4188-C129-4AC9-884A-675B8F5C7CAD}" destId="{3F07F002-634B-443E-99DD-770CD98DC834}" srcOrd="0" destOrd="0" parTransId="{16992CD1-B5E3-4872-AB45-6C21B0AD279F}" sibTransId="{858C51F3-1302-4906-82BA-6639E45669C1}"/>
    <dgm:cxn modelId="{DC9701C6-177F-4F3F-A592-3F8D6418D619}" srcId="{A4981CDC-F91A-4656-AEDE-8B26A041BE19}" destId="{A9B616BA-3751-4BAB-82B1-9898D5F7074A}" srcOrd="0" destOrd="0" parTransId="{F8E29FE3-9960-4CF4-85F5-1AD79E2C8BAD}" sibTransId="{73986461-705E-41A0-A678-2EF07672EB4D}"/>
    <dgm:cxn modelId="{C2660DC7-099D-4FD4-B7D3-0D1ECB3F0296}" type="presOf" srcId="{A9EF4188-C129-4AC9-884A-675B8F5C7CAD}" destId="{5E7CE191-88C8-4C5A-BBAC-63A08E91169A}" srcOrd="1" destOrd="0" presId="urn:microsoft.com/office/officeart/2016/7/layout/BasicLinearProcessNumbered"/>
    <dgm:cxn modelId="{22B614CB-9F01-46AD-BD84-76C9ABB3B7F7}" type="presOf" srcId="{8E91F1E9-ADC6-45A1-A408-6C32F9AD30B5}" destId="{9576C822-F2DB-44EC-AE32-8569E2AF542F}" srcOrd="1" destOrd="0" presId="urn:microsoft.com/office/officeart/2016/7/layout/BasicLinearProcessNumbered"/>
    <dgm:cxn modelId="{D0F797CB-F75C-4CDD-8C07-1AE6951388F3}" type="presOf" srcId="{3F07F002-634B-443E-99DD-770CD98DC834}" destId="{5E7CE191-88C8-4C5A-BBAC-63A08E91169A}" srcOrd="0" destOrd="1" presId="urn:microsoft.com/office/officeart/2016/7/layout/BasicLinearProcessNumbered"/>
    <dgm:cxn modelId="{BF89B4DF-5881-4E2E-BFD3-C0B189B0948C}" type="presOf" srcId="{A4981CDC-F91A-4656-AEDE-8B26A041BE19}" destId="{9576C822-F2DB-44EC-AE32-8569E2AF542F}" srcOrd="0" destOrd="1" presId="urn:microsoft.com/office/officeart/2016/7/layout/BasicLinearProcessNumbered"/>
    <dgm:cxn modelId="{AE536CEF-C7AF-45C4-8EE8-E8070F93ADAF}" srcId="{3F51C2B7-C2CF-4B18-AB86-317D43CF3547}" destId="{8E91F1E9-ADC6-45A1-A408-6C32F9AD30B5}" srcOrd="0" destOrd="0" parTransId="{FD5044B0-2763-4B26-B051-2BEE0E3959B7}" sibTransId="{AB6E2E03-683B-41EF-A7D8-D9D704A4C86B}"/>
    <dgm:cxn modelId="{33CF46F1-B40D-487D-B93D-F3CE8D10AE6F}" srcId="{8E91F1E9-ADC6-45A1-A408-6C32F9AD30B5}" destId="{A4981CDC-F91A-4656-AEDE-8B26A041BE19}" srcOrd="0" destOrd="0" parTransId="{6A02E4F6-8F15-47B5-9511-5172710EFD70}" sibTransId="{5FFA68FA-A95B-4404-8BAD-29C782ECA46A}"/>
    <dgm:cxn modelId="{5958BAF6-33B6-4260-8492-A2C05B5EC079}" srcId="{3F07F002-634B-443E-99DD-770CD98DC834}" destId="{9522DB1C-9517-4279-B9F9-1631E15BAC02}" srcOrd="0" destOrd="0" parTransId="{42920F0E-D740-4797-B504-C0E9B738B438}" sibTransId="{4BF93B5F-3291-494B-8F1C-4213D2547466}"/>
    <dgm:cxn modelId="{360165B9-39F3-4623-BC55-C3446E9E3BA6}" type="presParOf" srcId="{4D9ED814-C3E4-45A6-AF62-80F19367AAC9}" destId="{145A9692-6EE7-42D6-A2A6-6898A6A95F75}" srcOrd="0" destOrd="0" presId="urn:microsoft.com/office/officeart/2016/7/layout/BasicLinearProcessNumbered"/>
    <dgm:cxn modelId="{2E1D3786-36FB-43E8-9A88-B69E76045F5F}" type="presParOf" srcId="{145A9692-6EE7-42D6-A2A6-6898A6A95F75}" destId="{DCDF96C5-8D0E-405D-9902-FEA01D6FC557}" srcOrd="0" destOrd="0" presId="urn:microsoft.com/office/officeart/2016/7/layout/BasicLinearProcessNumbered"/>
    <dgm:cxn modelId="{963422E6-8BB8-4C72-987C-C42138A2FFBE}" type="presParOf" srcId="{145A9692-6EE7-42D6-A2A6-6898A6A95F75}" destId="{5C816031-9223-4678-91CC-ECADD6C323AF}" srcOrd="1" destOrd="0" presId="urn:microsoft.com/office/officeart/2016/7/layout/BasicLinearProcessNumbered"/>
    <dgm:cxn modelId="{35A3C87F-7B72-490F-AB5A-E71356E70481}" type="presParOf" srcId="{145A9692-6EE7-42D6-A2A6-6898A6A95F75}" destId="{2F0D592D-0050-4145-8FDB-172A6593CE56}" srcOrd="2" destOrd="0" presId="urn:microsoft.com/office/officeart/2016/7/layout/BasicLinearProcessNumbered"/>
    <dgm:cxn modelId="{95C77D80-8F8E-43C1-A87A-BCFE1831151E}" type="presParOf" srcId="{145A9692-6EE7-42D6-A2A6-6898A6A95F75}" destId="{9576C822-F2DB-44EC-AE32-8569E2AF542F}" srcOrd="3" destOrd="0" presId="urn:microsoft.com/office/officeart/2016/7/layout/BasicLinearProcessNumbered"/>
    <dgm:cxn modelId="{2D77DC34-4459-4044-A9AA-15764C14721A}" type="presParOf" srcId="{4D9ED814-C3E4-45A6-AF62-80F19367AAC9}" destId="{4B01BE99-B140-46C2-B58F-346E9706BAB8}" srcOrd="1" destOrd="0" presId="urn:microsoft.com/office/officeart/2016/7/layout/BasicLinearProcessNumbered"/>
    <dgm:cxn modelId="{C5B25C57-5A11-4038-BCF4-E400C7D981A2}" type="presParOf" srcId="{4D9ED814-C3E4-45A6-AF62-80F19367AAC9}" destId="{5E6DB76C-02AF-47EA-8D7D-93E1AA8FEEB0}" srcOrd="2" destOrd="0" presId="urn:microsoft.com/office/officeart/2016/7/layout/BasicLinearProcessNumbered"/>
    <dgm:cxn modelId="{2D795C29-928F-4E03-8745-4898589D9B37}" type="presParOf" srcId="{5E6DB76C-02AF-47EA-8D7D-93E1AA8FEEB0}" destId="{9B34DDB6-539D-45D2-BDF5-54B76EE4F0C5}" srcOrd="0" destOrd="0" presId="urn:microsoft.com/office/officeart/2016/7/layout/BasicLinearProcessNumbered"/>
    <dgm:cxn modelId="{51C01C57-9FD7-4AB8-8AFE-36CB0193561D}" type="presParOf" srcId="{5E6DB76C-02AF-47EA-8D7D-93E1AA8FEEB0}" destId="{02586305-C5FF-47CA-A247-80981C540D29}" srcOrd="1" destOrd="0" presId="urn:microsoft.com/office/officeart/2016/7/layout/BasicLinearProcessNumbered"/>
    <dgm:cxn modelId="{C0334F27-EF5E-434C-A6DA-428104C95D8F}" type="presParOf" srcId="{5E6DB76C-02AF-47EA-8D7D-93E1AA8FEEB0}" destId="{C73A7587-D8AF-4481-A980-D6B79C212AD9}" srcOrd="2" destOrd="0" presId="urn:microsoft.com/office/officeart/2016/7/layout/BasicLinearProcessNumbered"/>
    <dgm:cxn modelId="{D04CA325-4753-4ACE-8423-CEF4386FFA6B}" type="presParOf" srcId="{5E6DB76C-02AF-47EA-8D7D-93E1AA8FEEB0}" destId="{5E7CE191-88C8-4C5A-BBAC-63A08E91169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7B73A-AF52-4C96-AA1A-58A4B98ED615}">
      <dsp:nvSpPr>
        <dsp:cNvPr id="0" name=""/>
        <dsp:cNvSpPr/>
      </dsp:nvSpPr>
      <dsp:spPr>
        <a:xfrm>
          <a:off x="308522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09CFE-BFF9-45CC-84CF-1AC772D75027}">
      <dsp:nvSpPr>
        <dsp:cNvPr id="0" name=""/>
        <dsp:cNvSpPr/>
      </dsp:nvSpPr>
      <dsp:spPr>
        <a:xfrm>
          <a:off x="511215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9F829-E364-4FF9-A72B-DFD0853566F6}">
      <dsp:nvSpPr>
        <dsp:cNvPr id="0" name=""/>
        <dsp:cNvSpPr/>
      </dsp:nvSpPr>
      <dsp:spPr>
        <a:xfrm>
          <a:off x="4482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baseline="0"/>
            <a:t>Overview</a:t>
          </a:r>
          <a:endParaRPr lang="en-US" sz="1300" kern="1200"/>
        </a:p>
      </dsp:txBody>
      <dsp:txXfrm>
        <a:off x="4482" y="2105710"/>
        <a:ext cx="1559179" cy="623671"/>
      </dsp:txXfrm>
    </dsp:sp>
    <dsp:sp modelId="{20B2B165-2399-4F6C-B929-AD6BFEC6AFD7}">
      <dsp:nvSpPr>
        <dsp:cNvPr id="0" name=""/>
        <dsp:cNvSpPr/>
      </dsp:nvSpPr>
      <dsp:spPr>
        <a:xfrm>
          <a:off x="2140558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EA8348-3CC6-486B-82A6-1A6DF956B3D0}">
      <dsp:nvSpPr>
        <dsp:cNvPr id="0" name=""/>
        <dsp:cNvSpPr/>
      </dsp:nvSpPr>
      <dsp:spPr>
        <a:xfrm>
          <a:off x="2343251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CFA56-429E-4310-BE64-398371B209BC}">
      <dsp:nvSpPr>
        <dsp:cNvPr id="0" name=""/>
        <dsp:cNvSpPr/>
      </dsp:nvSpPr>
      <dsp:spPr>
        <a:xfrm>
          <a:off x="1836518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baseline="0" dirty="0"/>
            <a:t>Terms</a:t>
          </a:r>
          <a:endParaRPr lang="en-US" sz="1300" kern="1200" dirty="0"/>
        </a:p>
      </dsp:txBody>
      <dsp:txXfrm>
        <a:off x="1836518" y="2105710"/>
        <a:ext cx="1559179" cy="623671"/>
      </dsp:txXfrm>
    </dsp:sp>
    <dsp:sp modelId="{C1A4F145-22BC-4FAC-A3CF-63E0C399F4EC}">
      <dsp:nvSpPr>
        <dsp:cNvPr id="0" name=""/>
        <dsp:cNvSpPr/>
      </dsp:nvSpPr>
      <dsp:spPr>
        <a:xfrm>
          <a:off x="3972594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4B416-C8C6-4146-BCE5-BE44A8DF5603}">
      <dsp:nvSpPr>
        <dsp:cNvPr id="0" name=""/>
        <dsp:cNvSpPr/>
      </dsp:nvSpPr>
      <dsp:spPr>
        <a:xfrm>
          <a:off x="4175287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B2124-10E2-4165-B428-65D07A5C4ACC}">
      <dsp:nvSpPr>
        <dsp:cNvPr id="0" name=""/>
        <dsp:cNvSpPr/>
      </dsp:nvSpPr>
      <dsp:spPr>
        <a:xfrm>
          <a:off x="3668554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What is Diabetes?</a:t>
          </a:r>
        </a:p>
      </dsp:txBody>
      <dsp:txXfrm>
        <a:off x="3668554" y="2105710"/>
        <a:ext cx="1559179" cy="623671"/>
      </dsp:txXfrm>
    </dsp:sp>
    <dsp:sp modelId="{D2450E55-D413-4508-8F15-C729A3216DB5}">
      <dsp:nvSpPr>
        <dsp:cNvPr id="0" name=""/>
        <dsp:cNvSpPr/>
      </dsp:nvSpPr>
      <dsp:spPr>
        <a:xfrm>
          <a:off x="5804630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6AFB6-15B6-4798-A349-3DDAB2EFF69C}">
      <dsp:nvSpPr>
        <dsp:cNvPr id="0" name=""/>
        <dsp:cNvSpPr/>
      </dsp:nvSpPr>
      <dsp:spPr>
        <a:xfrm>
          <a:off x="6007324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E3722-6931-4214-9E58-9051EF74F785}">
      <dsp:nvSpPr>
        <dsp:cNvPr id="0" name=""/>
        <dsp:cNvSpPr/>
      </dsp:nvSpPr>
      <dsp:spPr>
        <a:xfrm>
          <a:off x="5500590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baseline="0"/>
            <a:t>Design</a:t>
          </a:r>
          <a:endParaRPr lang="en-US" sz="1300" kern="1200"/>
        </a:p>
      </dsp:txBody>
      <dsp:txXfrm>
        <a:off x="5500590" y="2105710"/>
        <a:ext cx="1559179" cy="623671"/>
      </dsp:txXfrm>
    </dsp:sp>
    <dsp:sp modelId="{A53FA019-BB1B-452E-9F75-5146100A8082}">
      <dsp:nvSpPr>
        <dsp:cNvPr id="0" name=""/>
        <dsp:cNvSpPr/>
      </dsp:nvSpPr>
      <dsp:spPr>
        <a:xfrm>
          <a:off x="7636666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8C112-782A-47FC-ACD6-90D98F8915A5}">
      <dsp:nvSpPr>
        <dsp:cNvPr id="0" name=""/>
        <dsp:cNvSpPr/>
      </dsp:nvSpPr>
      <dsp:spPr>
        <a:xfrm>
          <a:off x="7839360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61AFC-44D7-42AC-9274-B27CD1A10659}">
      <dsp:nvSpPr>
        <dsp:cNvPr id="0" name=""/>
        <dsp:cNvSpPr/>
      </dsp:nvSpPr>
      <dsp:spPr>
        <a:xfrm>
          <a:off x="7332626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baseline="0"/>
            <a:t>Recommended Statistical Methods</a:t>
          </a:r>
          <a:endParaRPr lang="en-US" sz="1300" kern="1200"/>
        </a:p>
      </dsp:txBody>
      <dsp:txXfrm>
        <a:off x="7332626" y="2105710"/>
        <a:ext cx="1559179" cy="623671"/>
      </dsp:txXfrm>
    </dsp:sp>
    <dsp:sp modelId="{4EB0C2CB-0CB1-425A-8678-F34AFE4D9761}">
      <dsp:nvSpPr>
        <dsp:cNvPr id="0" name=""/>
        <dsp:cNvSpPr/>
      </dsp:nvSpPr>
      <dsp:spPr>
        <a:xfrm>
          <a:off x="9468703" y="858367"/>
          <a:ext cx="951099" cy="95109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52AE5-B439-433F-9AC2-25833330D684}">
      <dsp:nvSpPr>
        <dsp:cNvPr id="0" name=""/>
        <dsp:cNvSpPr/>
      </dsp:nvSpPr>
      <dsp:spPr>
        <a:xfrm>
          <a:off x="9671396" y="1061060"/>
          <a:ext cx="545712" cy="5457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E7B0C-A6FB-44B9-829B-45D5FC897E66}">
      <dsp:nvSpPr>
        <dsp:cNvPr id="0" name=""/>
        <dsp:cNvSpPr/>
      </dsp:nvSpPr>
      <dsp:spPr>
        <a:xfrm>
          <a:off x="9164662" y="2105710"/>
          <a:ext cx="1559179" cy="6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baseline="0"/>
            <a:t>References</a:t>
          </a:r>
          <a:endParaRPr lang="en-US" sz="1300" kern="1200"/>
        </a:p>
      </dsp:txBody>
      <dsp:txXfrm>
        <a:off x="9164662" y="2105710"/>
        <a:ext cx="1559179" cy="623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16C2C-1BF5-4B2C-86D4-7651150CEC90}">
      <dsp:nvSpPr>
        <dsp:cNvPr id="0" name=""/>
        <dsp:cNvSpPr/>
      </dsp:nvSpPr>
      <dsp:spPr>
        <a:xfrm>
          <a:off x="0" y="294484"/>
          <a:ext cx="6188689" cy="1553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T2D – Type 2 Diabetes. </a:t>
          </a:r>
        </a:p>
      </dsp:txBody>
      <dsp:txXfrm>
        <a:off x="75813" y="370297"/>
        <a:ext cx="6037063" cy="1401402"/>
      </dsp:txXfrm>
    </dsp:sp>
    <dsp:sp modelId="{17573775-6731-4AF3-9D02-040D02ED3F9C}">
      <dsp:nvSpPr>
        <dsp:cNvPr id="0" name=""/>
        <dsp:cNvSpPr/>
      </dsp:nvSpPr>
      <dsp:spPr>
        <a:xfrm>
          <a:off x="0" y="1928153"/>
          <a:ext cx="6188689" cy="1553028"/>
        </a:xfrm>
        <a:prstGeom prst="roundRect">
          <a:avLst/>
        </a:prstGeom>
        <a:gradFill rotWithShape="0">
          <a:gsLst>
            <a:gs pos="0">
              <a:schemeClr val="accent5">
                <a:hueOff val="-762158"/>
                <a:satOff val="-1805"/>
                <a:lumOff val="-49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62158"/>
                <a:satOff val="-1805"/>
                <a:lumOff val="-49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62158"/>
                <a:satOff val="-1805"/>
                <a:lumOff val="-49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Prediabetes – Showing early signs of T2D but reversible by introducing healthier habits.</a:t>
          </a:r>
        </a:p>
      </dsp:txBody>
      <dsp:txXfrm>
        <a:off x="75813" y="2003966"/>
        <a:ext cx="6037063" cy="1401402"/>
      </dsp:txXfrm>
    </dsp:sp>
    <dsp:sp modelId="{11DC3525-6857-4E7A-9C85-677D4512AE12}">
      <dsp:nvSpPr>
        <dsp:cNvPr id="0" name=""/>
        <dsp:cNvSpPr/>
      </dsp:nvSpPr>
      <dsp:spPr>
        <a:xfrm>
          <a:off x="0" y="3561822"/>
          <a:ext cx="6188689" cy="1553028"/>
        </a:xfrm>
        <a:prstGeom prst="roundRect">
          <a:avLst/>
        </a:prstGeom>
        <a:gradFill rotWithShape="0">
          <a:gsLst>
            <a:gs pos="0">
              <a:schemeClr val="accent5">
                <a:hueOff val="-1524315"/>
                <a:satOff val="-3609"/>
                <a:lumOff val="-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A1C% (HbA1c) - Blood test done in office that measures average blood sugar levels of the past 3 months. </a:t>
          </a:r>
        </a:p>
      </dsp:txBody>
      <dsp:txXfrm>
        <a:off x="75813" y="3637635"/>
        <a:ext cx="6037063" cy="14014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CA202-25F7-4D1D-913C-4B6E807F6CE4}">
      <dsp:nvSpPr>
        <dsp:cNvPr id="0" name=""/>
        <dsp:cNvSpPr/>
      </dsp:nvSpPr>
      <dsp:spPr>
        <a:xfrm>
          <a:off x="0" y="16547"/>
          <a:ext cx="6188689" cy="1684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Increased risk by Genetics, Weight, Activity Level, High Blood Pressure. Symptoms can at most go into “remission”.</a:t>
          </a:r>
          <a:endParaRPr lang="en-US" sz="2400" kern="1200"/>
        </a:p>
      </dsp:txBody>
      <dsp:txXfrm>
        <a:off x="82245" y="98792"/>
        <a:ext cx="6024199" cy="1520310"/>
      </dsp:txXfrm>
    </dsp:sp>
    <dsp:sp modelId="{8BE7E47E-380C-45AF-B306-C36263E756E2}">
      <dsp:nvSpPr>
        <dsp:cNvPr id="0" name=""/>
        <dsp:cNvSpPr/>
      </dsp:nvSpPr>
      <dsp:spPr>
        <a:xfrm>
          <a:off x="0" y="1770468"/>
          <a:ext cx="6188689" cy="1684800"/>
        </a:xfrm>
        <a:prstGeom prst="roundRect">
          <a:avLst/>
        </a:prstGeom>
        <a:gradFill rotWithShape="0">
          <a:gsLst>
            <a:gs pos="0">
              <a:schemeClr val="accent5">
                <a:hueOff val="-1524315"/>
                <a:satOff val="-3609"/>
                <a:lumOff val="-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T2D Management typically includes:</a:t>
          </a:r>
          <a:endParaRPr lang="en-US" sz="2400" kern="1200"/>
        </a:p>
      </dsp:txBody>
      <dsp:txXfrm>
        <a:off x="82245" y="1852713"/>
        <a:ext cx="6024199" cy="1520310"/>
      </dsp:txXfrm>
    </dsp:sp>
    <dsp:sp modelId="{54011AF2-31D5-4BCC-B623-FA6BBB1C4E7A}">
      <dsp:nvSpPr>
        <dsp:cNvPr id="0" name=""/>
        <dsp:cNvSpPr/>
      </dsp:nvSpPr>
      <dsp:spPr>
        <a:xfrm>
          <a:off x="0" y="3455268"/>
          <a:ext cx="6188689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49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Losing weight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Eating healthy food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Being active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Taking medicine as prescribed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Self-management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baseline="0"/>
            <a:t>Healthcare appointments</a:t>
          </a:r>
          <a:endParaRPr lang="en-US" sz="1900" kern="1200"/>
        </a:p>
      </dsp:txBody>
      <dsp:txXfrm>
        <a:off x="0" y="3455268"/>
        <a:ext cx="6188689" cy="1937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46831-C505-485E-BF81-3F819BE2199D}">
      <dsp:nvSpPr>
        <dsp:cNvPr id="0" name=""/>
        <dsp:cNvSpPr/>
      </dsp:nvSpPr>
      <dsp:spPr>
        <a:xfrm>
          <a:off x="0" y="54145"/>
          <a:ext cx="6188689" cy="64759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Population</a:t>
          </a:r>
        </a:p>
      </dsp:txBody>
      <dsp:txXfrm>
        <a:off x="31613" y="85758"/>
        <a:ext cx="6125463" cy="584369"/>
      </dsp:txXfrm>
    </dsp:sp>
    <dsp:sp modelId="{655BA060-AF5A-4CC9-91BF-7E6F29871957}">
      <dsp:nvSpPr>
        <dsp:cNvPr id="0" name=""/>
        <dsp:cNvSpPr/>
      </dsp:nvSpPr>
      <dsp:spPr>
        <a:xfrm>
          <a:off x="0" y="701740"/>
          <a:ext cx="6188689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49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Patients at a Health Clinic in Minneapolis</a:t>
          </a:r>
        </a:p>
      </dsp:txBody>
      <dsp:txXfrm>
        <a:off x="0" y="701740"/>
        <a:ext cx="6188689" cy="447120"/>
      </dsp:txXfrm>
    </dsp:sp>
    <dsp:sp modelId="{49F3637B-593C-4C46-9DA8-4066B1AA31B8}">
      <dsp:nvSpPr>
        <dsp:cNvPr id="0" name=""/>
        <dsp:cNvSpPr/>
      </dsp:nvSpPr>
      <dsp:spPr>
        <a:xfrm>
          <a:off x="0" y="1148860"/>
          <a:ext cx="6188689" cy="647595"/>
        </a:xfrm>
        <a:prstGeom prst="roundRect">
          <a:avLst/>
        </a:prstGeom>
        <a:gradFill rotWithShape="0">
          <a:gsLst>
            <a:gs pos="0">
              <a:schemeClr val="accent2">
                <a:hueOff val="-497339"/>
                <a:satOff val="1518"/>
                <a:lumOff val="-19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97339"/>
                <a:satOff val="1518"/>
                <a:lumOff val="-19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97339"/>
                <a:satOff val="1518"/>
                <a:lumOff val="-19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Sampling Method</a:t>
          </a:r>
        </a:p>
      </dsp:txBody>
      <dsp:txXfrm>
        <a:off x="31613" y="1180473"/>
        <a:ext cx="6125463" cy="584369"/>
      </dsp:txXfrm>
    </dsp:sp>
    <dsp:sp modelId="{2666A050-68D9-4B2E-804D-D73AFFFED133}">
      <dsp:nvSpPr>
        <dsp:cNvPr id="0" name=""/>
        <dsp:cNvSpPr/>
      </dsp:nvSpPr>
      <dsp:spPr>
        <a:xfrm>
          <a:off x="0" y="1796455"/>
          <a:ext cx="6188689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49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Patients include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Those with Prediabetes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Weight Loss Group</a:t>
          </a:r>
        </a:p>
      </dsp:txBody>
      <dsp:txXfrm>
        <a:off x="0" y="1796455"/>
        <a:ext cx="6188689" cy="1089854"/>
      </dsp:txXfrm>
    </dsp:sp>
    <dsp:sp modelId="{56B39623-7370-4AB9-99BF-C2119FAA9F78}">
      <dsp:nvSpPr>
        <dsp:cNvPr id="0" name=""/>
        <dsp:cNvSpPr/>
      </dsp:nvSpPr>
      <dsp:spPr>
        <a:xfrm>
          <a:off x="0" y="2886310"/>
          <a:ext cx="6188689" cy="647595"/>
        </a:xfrm>
        <a:prstGeom prst="roundRect">
          <a:avLst/>
        </a:prstGeom>
        <a:gradFill rotWithShape="0">
          <a:gsLst>
            <a:gs pos="0">
              <a:schemeClr val="accent2">
                <a:hueOff val="-994677"/>
                <a:satOff val="3037"/>
                <a:lumOff val="-39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94677"/>
                <a:satOff val="3037"/>
                <a:lumOff val="-39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94677"/>
                <a:satOff val="3037"/>
                <a:lumOff val="-39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Sample Size</a:t>
          </a:r>
        </a:p>
      </dsp:txBody>
      <dsp:txXfrm>
        <a:off x="31613" y="2917923"/>
        <a:ext cx="6125463" cy="584369"/>
      </dsp:txXfrm>
    </dsp:sp>
    <dsp:sp modelId="{FD5C4E06-0B69-43A9-83CE-D4C5B4B3F615}">
      <dsp:nvSpPr>
        <dsp:cNvPr id="0" name=""/>
        <dsp:cNvSpPr/>
      </dsp:nvSpPr>
      <dsp:spPr>
        <a:xfrm>
          <a:off x="0" y="3533905"/>
          <a:ext cx="6188689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49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Dependent on patients currently enrolled.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Pre-experiment Power Analysis</a:t>
          </a:r>
        </a:p>
      </dsp:txBody>
      <dsp:txXfrm>
        <a:off x="0" y="3533905"/>
        <a:ext cx="6188689" cy="726570"/>
      </dsp:txXfrm>
    </dsp:sp>
    <dsp:sp modelId="{2821B7F2-45DC-47E5-B589-5B91B0193F80}">
      <dsp:nvSpPr>
        <dsp:cNvPr id="0" name=""/>
        <dsp:cNvSpPr/>
      </dsp:nvSpPr>
      <dsp:spPr>
        <a:xfrm>
          <a:off x="0" y="4260475"/>
          <a:ext cx="6188689" cy="647595"/>
        </a:xfrm>
        <a:prstGeom prst="roundRect">
          <a:avLst/>
        </a:prstGeom>
        <a:gradFill rotWithShape="0">
          <a:gsLst>
            <a:gs pos="0">
              <a:schemeClr val="accent2">
                <a:hueOff val="-1492016"/>
                <a:satOff val="4555"/>
                <a:lumOff val="-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92016"/>
                <a:satOff val="4555"/>
                <a:lumOff val="-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92016"/>
                <a:satOff val="4555"/>
                <a:lumOff val="-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Duration of Class</a:t>
          </a:r>
        </a:p>
      </dsp:txBody>
      <dsp:txXfrm>
        <a:off x="31613" y="4292088"/>
        <a:ext cx="6125463" cy="584369"/>
      </dsp:txXfrm>
    </dsp:sp>
    <dsp:sp modelId="{674DA55E-11EA-48AF-BB82-B5B58204492C}">
      <dsp:nvSpPr>
        <dsp:cNvPr id="0" name=""/>
        <dsp:cNvSpPr/>
      </dsp:nvSpPr>
      <dsp:spPr>
        <a:xfrm>
          <a:off x="0" y="4908070"/>
          <a:ext cx="6188689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49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8 Weeks.</a:t>
          </a:r>
        </a:p>
      </dsp:txBody>
      <dsp:txXfrm>
        <a:off x="0" y="4908070"/>
        <a:ext cx="6188689" cy="447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3977A-3431-4ED1-B586-379C072EDBD2}">
      <dsp:nvSpPr>
        <dsp:cNvPr id="0" name=""/>
        <dsp:cNvSpPr/>
      </dsp:nvSpPr>
      <dsp:spPr>
        <a:xfrm>
          <a:off x="2827291" y="3278832"/>
          <a:ext cx="534106" cy="1722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7053" y="0"/>
              </a:lnTo>
              <a:lnTo>
                <a:pt x="267053" y="1722494"/>
              </a:lnTo>
              <a:lnTo>
                <a:pt x="534106" y="172249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D5AB4-5DCE-4CCA-AB95-20FB3A72527B}">
      <dsp:nvSpPr>
        <dsp:cNvPr id="0" name=""/>
        <dsp:cNvSpPr/>
      </dsp:nvSpPr>
      <dsp:spPr>
        <a:xfrm>
          <a:off x="2827291" y="3278832"/>
          <a:ext cx="534106" cy="574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7053" y="0"/>
              </a:lnTo>
              <a:lnTo>
                <a:pt x="267053" y="574164"/>
              </a:lnTo>
              <a:lnTo>
                <a:pt x="534106" y="57416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016535-D04B-4EA0-9BAC-B9D5AA673C20}">
      <dsp:nvSpPr>
        <dsp:cNvPr id="0" name=""/>
        <dsp:cNvSpPr/>
      </dsp:nvSpPr>
      <dsp:spPr>
        <a:xfrm>
          <a:off x="2827291" y="2704668"/>
          <a:ext cx="534106" cy="574164"/>
        </a:xfrm>
        <a:custGeom>
          <a:avLst/>
          <a:gdLst/>
          <a:ahLst/>
          <a:cxnLst/>
          <a:rect l="0" t="0" r="0" b="0"/>
          <a:pathLst>
            <a:path>
              <a:moveTo>
                <a:pt x="0" y="574164"/>
              </a:moveTo>
              <a:lnTo>
                <a:pt x="267053" y="574164"/>
              </a:lnTo>
              <a:lnTo>
                <a:pt x="267053" y="0"/>
              </a:lnTo>
              <a:lnTo>
                <a:pt x="534106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AC68F4-FB0C-44DE-AB30-EA135B7C3AF6}">
      <dsp:nvSpPr>
        <dsp:cNvPr id="0" name=""/>
        <dsp:cNvSpPr/>
      </dsp:nvSpPr>
      <dsp:spPr>
        <a:xfrm>
          <a:off x="2827291" y="1556338"/>
          <a:ext cx="534106" cy="1722494"/>
        </a:xfrm>
        <a:custGeom>
          <a:avLst/>
          <a:gdLst/>
          <a:ahLst/>
          <a:cxnLst/>
          <a:rect l="0" t="0" r="0" b="0"/>
          <a:pathLst>
            <a:path>
              <a:moveTo>
                <a:pt x="0" y="1722494"/>
              </a:moveTo>
              <a:lnTo>
                <a:pt x="267053" y="1722494"/>
              </a:lnTo>
              <a:lnTo>
                <a:pt x="267053" y="0"/>
              </a:lnTo>
              <a:lnTo>
                <a:pt x="534106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9B8EF8-13A4-424C-B078-46B500A7FC85}">
      <dsp:nvSpPr>
        <dsp:cNvPr id="0" name=""/>
        <dsp:cNvSpPr/>
      </dsp:nvSpPr>
      <dsp:spPr>
        <a:xfrm>
          <a:off x="2827291" y="362288"/>
          <a:ext cx="5341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410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24B128-5311-491A-BABB-E4FCD43B847D}">
      <dsp:nvSpPr>
        <dsp:cNvPr id="0" name=""/>
        <dsp:cNvSpPr/>
      </dsp:nvSpPr>
      <dsp:spPr>
        <a:xfrm>
          <a:off x="156756" y="752"/>
          <a:ext cx="2670534" cy="81451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Type of Study</a:t>
          </a:r>
          <a:endParaRPr lang="en-US" sz="2000" kern="1200" dirty="0"/>
        </a:p>
      </dsp:txBody>
      <dsp:txXfrm>
        <a:off x="156756" y="752"/>
        <a:ext cx="2670534" cy="814512"/>
      </dsp:txXfrm>
    </dsp:sp>
    <dsp:sp modelId="{A705E416-91AA-4658-B766-514C6A546747}">
      <dsp:nvSpPr>
        <dsp:cNvPr id="0" name=""/>
        <dsp:cNvSpPr/>
      </dsp:nvSpPr>
      <dsp:spPr>
        <a:xfrm>
          <a:off x="3361397" y="752"/>
          <a:ext cx="2670534" cy="8145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Single Group Pretest-Posttest.</a:t>
          </a:r>
          <a:endParaRPr lang="en-US" sz="2000" kern="1200" dirty="0"/>
        </a:p>
      </dsp:txBody>
      <dsp:txXfrm>
        <a:off x="3361397" y="752"/>
        <a:ext cx="2670534" cy="814512"/>
      </dsp:txXfrm>
    </dsp:sp>
    <dsp:sp modelId="{99407C5C-E4A5-4DC3-B5D7-F2A27160C59B}">
      <dsp:nvSpPr>
        <dsp:cNvPr id="0" name=""/>
        <dsp:cNvSpPr/>
      </dsp:nvSpPr>
      <dsp:spPr>
        <a:xfrm>
          <a:off x="156756" y="2871576"/>
          <a:ext cx="2670534" cy="81451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Endpoint Measurements</a:t>
          </a:r>
          <a:endParaRPr lang="en-US" sz="2000" kern="1200" dirty="0"/>
        </a:p>
      </dsp:txBody>
      <dsp:txXfrm>
        <a:off x="156756" y="2871576"/>
        <a:ext cx="2670534" cy="814512"/>
      </dsp:txXfrm>
    </dsp:sp>
    <dsp:sp modelId="{935973CE-DF61-42EF-8871-06AF329CF007}">
      <dsp:nvSpPr>
        <dsp:cNvPr id="0" name=""/>
        <dsp:cNvSpPr/>
      </dsp:nvSpPr>
      <dsp:spPr>
        <a:xfrm>
          <a:off x="3361397" y="1149081"/>
          <a:ext cx="2670534" cy="8145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A1C%, numeric %</a:t>
          </a:r>
          <a:endParaRPr lang="en-US" sz="2000" kern="1200"/>
        </a:p>
      </dsp:txBody>
      <dsp:txXfrm>
        <a:off x="3361397" y="1149081"/>
        <a:ext cx="2670534" cy="814512"/>
      </dsp:txXfrm>
    </dsp:sp>
    <dsp:sp modelId="{32711F57-8CA8-4E57-910A-C35DBDDEEA52}">
      <dsp:nvSpPr>
        <dsp:cNvPr id="0" name=""/>
        <dsp:cNvSpPr/>
      </dsp:nvSpPr>
      <dsp:spPr>
        <a:xfrm>
          <a:off x="3361397" y="2297411"/>
          <a:ext cx="2670534" cy="8145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Perceived Knowledge, Likert Scale</a:t>
          </a:r>
          <a:endParaRPr lang="en-US" sz="2000" kern="1200" dirty="0"/>
        </a:p>
      </dsp:txBody>
      <dsp:txXfrm>
        <a:off x="3361397" y="2297411"/>
        <a:ext cx="2670534" cy="814512"/>
      </dsp:txXfrm>
    </dsp:sp>
    <dsp:sp modelId="{9874E429-28F0-46EF-81F0-752DF05F9ADE}">
      <dsp:nvSpPr>
        <dsp:cNvPr id="0" name=""/>
        <dsp:cNvSpPr/>
      </dsp:nvSpPr>
      <dsp:spPr>
        <a:xfrm>
          <a:off x="3361397" y="3445741"/>
          <a:ext cx="2670534" cy="8145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Weight Change, numeric</a:t>
          </a:r>
          <a:endParaRPr lang="en-US" sz="2000" kern="1200" dirty="0"/>
        </a:p>
      </dsp:txBody>
      <dsp:txXfrm>
        <a:off x="3361397" y="3445741"/>
        <a:ext cx="2670534" cy="814512"/>
      </dsp:txXfrm>
    </dsp:sp>
    <dsp:sp modelId="{98619B68-7BC8-4FBB-ACA1-373F955CD45D}">
      <dsp:nvSpPr>
        <dsp:cNvPr id="0" name=""/>
        <dsp:cNvSpPr/>
      </dsp:nvSpPr>
      <dsp:spPr>
        <a:xfrm>
          <a:off x="3361397" y="4594070"/>
          <a:ext cx="2670534" cy="8145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Waist/Hip Ratio, numeric</a:t>
          </a:r>
          <a:endParaRPr lang="en-US" sz="2000" kern="1200"/>
        </a:p>
      </dsp:txBody>
      <dsp:txXfrm>
        <a:off x="3361397" y="4594070"/>
        <a:ext cx="2670534" cy="8145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2ED35-F6BC-4F8F-9AF4-FD2739BF49F1}">
      <dsp:nvSpPr>
        <dsp:cNvPr id="0" name=""/>
        <dsp:cNvSpPr/>
      </dsp:nvSpPr>
      <dsp:spPr>
        <a:xfrm>
          <a:off x="0" y="396617"/>
          <a:ext cx="6188689" cy="166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311" tIns="479044" rIns="48031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 dirty="0"/>
            <a:t>Patient Demographics: Ethnicity, Race, Education, Motivation</a:t>
          </a:r>
          <a:endParaRPr 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Others provided by Health Clinic</a:t>
          </a:r>
        </a:p>
      </dsp:txBody>
      <dsp:txXfrm>
        <a:off x="0" y="396617"/>
        <a:ext cx="6188689" cy="1666350"/>
      </dsp:txXfrm>
    </dsp:sp>
    <dsp:sp modelId="{62E0731C-9CF1-4C59-BA87-39627E7E3087}">
      <dsp:nvSpPr>
        <dsp:cNvPr id="0" name=""/>
        <dsp:cNvSpPr/>
      </dsp:nvSpPr>
      <dsp:spPr>
        <a:xfrm>
          <a:off x="309434" y="57137"/>
          <a:ext cx="4332082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742" tIns="0" rIns="16374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Other Influential Factors</a:t>
          </a:r>
          <a:endParaRPr lang="en-US" sz="2300" kern="1200"/>
        </a:p>
      </dsp:txBody>
      <dsp:txXfrm>
        <a:off x="342578" y="90281"/>
        <a:ext cx="4265794" cy="612672"/>
      </dsp:txXfrm>
    </dsp:sp>
    <dsp:sp modelId="{BD57C1EF-613B-4417-BF2F-C1385C8026B4}">
      <dsp:nvSpPr>
        <dsp:cNvPr id="0" name=""/>
        <dsp:cNvSpPr/>
      </dsp:nvSpPr>
      <dsp:spPr>
        <a:xfrm>
          <a:off x="0" y="2526647"/>
          <a:ext cx="6188689" cy="282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524315"/>
              <a:satOff val="-3609"/>
              <a:lumOff val="-98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311" tIns="479044" rIns="48031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/>
            <a:t>Pre-test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 dirty="0"/>
            <a:t>Pre-diabetes Test, Customized Pre-survey</a:t>
          </a:r>
          <a:endParaRPr lang="en-US" sz="2300" kern="1200" dirty="0"/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/>
            <a:t>AIC% within last 90 days.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/>
            <a:t>Post-test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baseline="0" dirty="0"/>
            <a:t>Customized Post-survey</a:t>
          </a:r>
          <a:endParaRPr lang="en-US" sz="2300" kern="1200" dirty="0"/>
        </a:p>
      </dsp:txBody>
      <dsp:txXfrm>
        <a:off x="0" y="2526647"/>
        <a:ext cx="6188689" cy="2825550"/>
      </dsp:txXfrm>
    </dsp:sp>
    <dsp:sp modelId="{C36864C3-723B-4876-837D-1833EB6B1217}">
      <dsp:nvSpPr>
        <dsp:cNvPr id="0" name=""/>
        <dsp:cNvSpPr/>
      </dsp:nvSpPr>
      <dsp:spPr>
        <a:xfrm>
          <a:off x="309434" y="2187168"/>
          <a:ext cx="4332082" cy="678960"/>
        </a:xfrm>
        <a:prstGeom prst="roundRect">
          <a:avLst/>
        </a:prstGeom>
        <a:gradFill rotWithShape="0">
          <a:gsLst>
            <a:gs pos="0">
              <a:schemeClr val="accent5">
                <a:hueOff val="-1524315"/>
                <a:satOff val="-3609"/>
                <a:lumOff val="-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524315"/>
                <a:satOff val="-3609"/>
                <a:lumOff val="-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742" tIns="0" rIns="16374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Procedure for measurement</a:t>
          </a:r>
          <a:endParaRPr lang="en-US" sz="2300" kern="1200"/>
        </a:p>
      </dsp:txBody>
      <dsp:txXfrm>
        <a:off x="342578" y="2220312"/>
        <a:ext cx="4265794" cy="6126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F96C5-8D0E-405D-9902-FEA01D6FC557}">
      <dsp:nvSpPr>
        <dsp:cNvPr id="0" name=""/>
        <dsp:cNvSpPr/>
      </dsp:nvSpPr>
      <dsp:spPr>
        <a:xfrm>
          <a:off x="1309" y="0"/>
          <a:ext cx="5107478" cy="35877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199" tIns="330200" rIns="39819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 dirty="0"/>
            <a:t>Measure general improvement: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/>
            <a:t>Paired T-Test for each dependent variable.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/>
            <a:t>Wilcoxon Sign test if assumptions violated.</a:t>
          </a:r>
          <a:endParaRPr lang="en-US" sz="1800" kern="1200"/>
        </a:p>
      </dsp:txBody>
      <dsp:txXfrm>
        <a:off x="1309" y="1363345"/>
        <a:ext cx="5107478" cy="2152650"/>
      </dsp:txXfrm>
    </dsp:sp>
    <dsp:sp modelId="{5C816031-9223-4678-91CC-ECADD6C323AF}">
      <dsp:nvSpPr>
        <dsp:cNvPr id="0" name=""/>
        <dsp:cNvSpPr/>
      </dsp:nvSpPr>
      <dsp:spPr>
        <a:xfrm>
          <a:off x="2016886" y="358774"/>
          <a:ext cx="1076325" cy="107632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914" tIns="12700" rIns="8391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174510" y="516398"/>
        <a:ext cx="761077" cy="761077"/>
      </dsp:txXfrm>
    </dsp:sp>
    <dsp:sp modelId="{2F0D592D-0050-4145-8FDB-172A6593CE56}">
      <dsp:nvSpPr>
        <dsp:cNvPr id="0" name=""/>
        <dsp:cNvSpPr/>
      </dsp:nvSpPr>
      <dsp:spPr>
        <a:xfrm>
          <a:off x="1309" y="3587678"/>
          <a:ext cx="5107478" cy="72"/>
        </a:xfrm>
        <a:prstGeom prst="rect">
          <a:avLst/>
        </a:prstGeom>
        <a:gradFill rotWithShape="0">
          <a:gsLst>
            <a:gs pos="0">
              <a:schemeClr val="accent2">
                <a:hueOff val="-497339"/>
                <a:satOff val="1518"/>
                <a:lumOff val="-19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97339"/>
                <a:satOff val="1518"/>
                <a:lumOff val="-19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97339"/>
                <a:satOff val="1518"/>
                <a:lumOff val="-19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97339"/>
              <a:satOff val="1518"/>
              <a:lumOff val="-19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B34DDB6-539D-45D2-BDF5-54B76EE4F0C5}">
      <dsp:nvSpPr>
        <dsp:cNvPr id="0" name=""/>
        <dsp:cNvSpPr/>
      </dsp:nvSpPr>
      <dsp:spPr>
        <a:xfrm>
          <a:off x="5619536" y="0"/>
          <a:ext cx="5107478" cy="3587750"/>
        </a:xfrm>
        <a:prstGeom prst="rect">
          <a:avLst/>
        </a:prstGeom>
        <a:solidFill>
          <a:schemeClr val="accent2">
            <a:tint val="40000"/>
            <a:alpha val="90000"/>
            <a:hueOff val="-1983153"/>
            <a:satOff val="1942"/>
            <a:lumOff val="83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983153"/>
              <a:satOff val="1942"/>
              <a:lumOff val="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199" tIns="330200" rIns="39819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Measure within-group(gender, ethnicity, etc.) improvement.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/>
            <a:t>Mixed Design ANOVA.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/>
            <a:t>Friedman Test if assumptions violated.</a:t>
          </a:r>
          <a:endParaRPr lang="en-US" sz="1800" kern="1200"/>
        </a:p>
      </dsp:txBody>
      <dsp:txXfrm>
        <a:off x="5619536" y="1363345"/>
        <a:ext cx="5107478" cy="2152650"/>
      </dsp:txXfrm>
    </dsp:sp>
    <dsp:sp modelId="{02586305-C5FF-47CA-A247-80981C540D29}">
      <dsp:nvSpPr>
        <dsp:cNvPr id="0" name=""/>
        <dsp:cNvSpPr/>
      </dsp:nvSpPr>
      <dsp:spPr>
        <a:xfrm>
          <a:off x="7635113" y="358774"/>
          <a:ext cx="1076325" cy="1076325"/>
        </a:xfrm>
        <a:prstGeom prst="ellipse">
          <a:avLst/>
        </a:prstGeom>
        <a:gradFill rotWithShape="0">
          <a:gsLst>
            <a:gs pos="0">
              <a:schemeClr val="accent2">
                <a:hueOff val="-994677"/>
                <a:satOff val="3037"/>
                <a:lumOff val="-39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94677"/>
                <a:satOff val="3037"/>
                <a:lumOff val="-39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94677"/>
                <a:satOff val="3037"/>
                <a:lumOff val="-39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994677"/>
              <a:satOff val="3037"/>
              <a:lumOff val="-3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914" tIns="12700" rIns="8391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792737" y="516398"/>
        <a:ext cx="761077" cy="761077"/>
      </dsp:txXfrm>
    </dsp:sp>
    <dsp:sp modelId="{C73A7587-D8AF-4481-A980-D6B79C212AD9}">
      <dsp:nvSpPr>
        <dsp:cNvPr id="0" name=""/>
        <dsp:cNvSpPr/>
      </dsp:nvSpPr>
      <dsp:spPr>
        <a:xfrm>
          <a:off x="5619536" y="3587678"/>
          <a:ext cx="5107478" cy="72"/>
        </a:xfrm>
        <a:prstGeom prst="rect">
          <a:avLst/>
        </a:prstGeom>
        <a:gradFill rotWithShape="0">
          <a:gsLst>
            <a:gs pos="0">
              <a:schemeClr val="accent2">
                <a:hueOff val="-1492016"/>
                <a:satOff val="4555"/>
                <a:lumOff val="-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92016"/>
                <a:satOff val="4555"/>
                <a:lumOff val="-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92016"/>
                <a:satOff val="4555"/>
                <a:lumOff val="-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92016"/>
              <a:satOff val="4555"/>
              <a:lumOff val="-58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9903A-BD80-44A5-9911-370731788AC2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2523D-D097-47C0-A003-976AAB1B4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4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“Waist/Hip Ratio has been correlated with metabolic syndrome”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2523D-D097-47C0-A003-976AAB1B45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3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5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75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2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5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9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3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2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2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3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9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05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cdc.gov/prediabetes/risktest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CEB5B4-CDED-47E6-9A79-D8983C3D4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0332B2-2BC3-434F-B11C-851A2988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F54EC60-509D-4A90-A637-580B5967E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078284 w 12192000"/>
              <a:gd name="connsiteY1" fmla="*/ 0 h 6858000"/>
              <a:gd name="connsiteX2" fmla="*/ 10117114 w 12192000"/>
              <a:gd name="connsiteY2" fmla="*/ 31950 h 6858000"/>
              <a:gd name="connsiteX3" fmla="*/ 12038791 w 12192000"/>
              <a:gd name="connsiteY3" fmla="*/ 2405191 h 6858000"/>
              <a:gd name="connsiteX4" fmla="*/ 12192000 w 12192000"/>
              <a:gd name="connsiteY4" fmla="*/ 2745399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078284" y="0"/>
                </a:lnTo>
                <a:lnTo>
                  <a:pt x="10117114" y="31950"/>
                </a:lnTo>
                <a:cubicBezTo>
                  <a:pt x="10983782" y="763968"/>
                  <a:pt x="11616084" y="1548856"/>
                  <a:pt x="12038791" y="2405191"/>
                </a:cubicBezTo>
                <a:lnTo>
                  <a:pt x="12192000" y="2745399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524F1-74EB-2E2D-87DB-71CF245C9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619199"/>
            <a:ext cx="8831988" cy="576000"/>
          </a:xfrm>
        </p:spPr>
        <p:txBody>
          <a:bodyPr wrap="square" anchor="t">
            <a:normAutofit/>
          </a:bodyPr>
          <a:lstStyle/>
          <a:p>
            <a:pPr algn="l"/>
            <a:r>
              <a:rPr lang="en-US" sz="3200" dirty="0"/>
              <a:t>DNP Design of Experiment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A60E5-7F3E-C099-096E-011D3C19D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99" y="1265256"/>
            <a:ext cx="8831989" cy="709746"/>
          </a:xfrm>
        </p:spPr>
        <p:txBody>
          <a:bodyPr wrap="square">
            <a:normAutofit/>
          </a:bodyPr>
          <a:lstStyle/>
          <a:p>
            <a:pPr algn="l"/>
            <a:r>
              <a:rPr lang="en-US" sz="2000" dirty="0"/>
              <a:t>Sylvia Soliez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D0395-16DC-A43F-99A1-AC71969E08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28" b="33151"/>
          <a:stretch/>
        </p:blipFill>
        <p:spPr>
          <a:xfrm>
            <a:off x="20" y="2540448"/>
            <a:ext cx="12191980" cy="4317552"/>
          </a:xfrm>
          <a:custGeom>
            <a:avLst/>
            <a:gdLst/>
            <a:ahLst/>
            <a:cxnLst/>
            <a:rect l="l" t="t" r="r" b="b"/>
            <a:pathLst>
              <a:path w="12192000" h="4317552">
                <a:moveTo>
                  <a:pt x="7327165" y="60"/>
                </a:moveTo>
                <a:cubicBezTo>
                  <a:pt x="8798454" y="-2521"/>
                  <a:pt x="11554118" y="80070"/>
                  <a:pt x="11933882" y="80070"/>
                </a:cubicBezTo>
                <a:cubicBezTo>
                  <a:pt x="11994255" y="80070"/>
                  <a:pt x="12047081" y="80070"/>
                  <a:pt x="12093304" y="80070"/>
                </a:cubicBezTo>
                <a:lnTo>
                  <a:pt x="12192000" y="80070"/>
                </a:lnTo>
                <a:lnTo>
                  <a:pt x="12192000" y="4317552"/>
                </a:lnTo>
                <a:lnTo>
                  <a:pt x="0" y="4317552"/>
                </a:lnTo>
                <a:lnTo>
                  <a:pt x="0" y="70061"/>
                </a:lnTo>
                <a:lnTo>
                  <a:pt x="272019" y="75122"/>
                </a:lnTo>
                <a:cubicBezTo>
                  <a:pt x="866922" y="88867"/>
                  <a:pt x="1578979" y="113302"/>
                  <a:pt x="1822418" y="64432"/>
                </a:cubicBezTo>
                <a:cubicBezTo>
                  <a:pt x="2211920" y="1878"/>
                  <a:pt x="5717437" y="64432"/>
                  <a:pt x="6558758" y="17516"/>
                </a:cubicBezTo>
                <a:cubicBezTo>
                  <a:pt x="6716507" y="5787"/>
                  <a:pt x="6987636" y="656"/>
                  <a:pt x="7327165" y="6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CC4408D-5823-4186-97B4-25D12A9F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1608" y="671426"/>
            <a:ext cx="2180393" cy="2972339"/>
          </a:xfrm>
          <a:custGeom>
            <a:avLst/>
            <a:gdLst>
              <a:gd name="connsiteX0" fmla="*/ 1400088 w 2180393"/>
              <a:gd name="connsiteY0" fmla="*/ 850 h 2972339"/>
              <a:gd name="connsiteX1" fmla="*/ 1564820 w 2180393"/>
              <a:gd name="connsiteY1" fmla="*/ 140951 h 2972339"/>
              <a:gd name="connsiteX2" fmla="*/ 1610980 w 2180393"/>
              <a:gd name="connsiteY2" fmla="*/ 245364 h 2972339"/>
              <a:gd name="connsiteX3" fmla="*/ 1686609 w 2180393"/>
              <a:gd name="connsiteY3" fmla="*/ 552617 h 2972339"/>
              <a:gd name="connsiteX4" fmla="*/ 1734955 w 2180393"/>
              <a:gd name="connsiteY4" fmla="*/ 864590 h 2972339"/>
              <a:gd name="connsiteX5" fmla="*/ 2125123 w 2180393"/>
              <a:gd name="connsiteY5" fmla="*/ 639922 h 2972339"/>
              <a:gd name="connsiteX6" fmla="*/ 2180393 w 2180393"/>
              <a:gd name="connsiteY6" fmla="*/ 608096 h 2972339"/>
              <a:gd name="connsiteX7" fmla="*/ 2180393 w 2180393"/>
              <a:gd name="connsiteY7" fmla="*/ 1353285 h 2972339"/>
              <a:gd name="connsiteX8" fmla="*/ 2151774 w 2180393"/>
              <a:gd name="connsiteY8" fmla="*/ 1371544 h 2972339"/>
              <a:gd name="connsiteX9" fmla="*/ 2007201 w 2180393"/>
              <a:gd name="connsiteY9" fmla="*/ 1463785 h 2972339"/>
              <a:gd name="connsiteX10" fmla="*/ 2114902 w 2180393"/>
              <a:gd name="connsiteY10" fmla="*/ 1491649 h 2972339"/>
              <a:gd name="connsiteX11" fmla="*/ 2180393 w 2180393"/>
              <a:gd name="connsiteY11" fmla="*/ 1508592 h 2972339"/>
              <a:gd name="connsiteX12" fmla="*/ 2180393 w 2180393"/>
              <a:gd name="connsiteY12" fmla="*/ 2169111 h 2972339"/>
              <a:gd name="connsiteX13" fmla="*/ 2074192 w 2180393"/>
              <a:gd name="connsiteY13" fmla="*/ 2143448 h 2972339"/>
              <a:gd name="connsiteX14" fmla="*/ 1764757 w 2180393"/>
              <a:gd name="connsiteY14" fmla="*/ 2011520 h 2972339"/>
              <a:gd name="connsiteX15" fmla="*/ 1788238 w 2180393"/>
              <a:gd name="connsiteY15" fmla="*/ 2277215 h 2972339"/>
              <a:gd name="connsiteX16" fmla="*/ 1790306 w 2180393"/>
              <a:gd name="connsiteY16" fmla="*/ 2614053 h 2972339"/>
              <a:gd name="connsiteX17" fmla="*/ 1729637 w 2180393"/>
              <a:gd name="connsiteY17" fmla="*/ 2815626 h 2972339"/>
              <a:gd name="connsiteX18" fmla="*/ 1622806 w 2180393"/>
              <a:gd name="connsiteY18" fmla="*/ 2912786 h 2972339"/>
              <a:gd name="connsiteX19" fmla="*/ 1424688 w 2180393"/>
              <a:gd name="connsiteY19" fmla="*/ 2969538 h 2972339"/>
              <a:gd name="connsiteX20" fmla="*/ 1130679 w 2180393"/>
              <a:gd name="connsiteY20" fmla="*/ 2829322 h 2972339"/>
              <a:gd name="connsiteX21" fmla="*/ 1082217 w 2180393"/>
              <a:gd name="connsiteY21" fmla="*/ 2646628 h 2972339"/>
              <a:gd name="connsiteX22" fmla="*/ 1096958 w 2180393"/>
              <a:gd name="connsiteY22" fmla="*/ 2082085 h 2972339"/>
              <a:gd name="connsiteX23" fmla="*/ 801449 w 2180393"/>
              <a:gd name="connsiteY23" fmla="*/ 2290564 h 2972339"/>
              <a:gd name="connsiteX24" fmla="*/ 724319 w 2180393"/>
              <a:gd name="connsiteY24" fmla="*/ 2332006 h 2972339"/>
              <a:gd name="connsiteX25" fmla="*/ 674473 w 2180393"/>
              <a:gd name="connsiteY25" fmla="*/ 2368729 h 2972339"/>
              <a:gd name="connsiteX26" fmla="*/ 409932 w 2180393"/>
              <a:gd name="connsiteY26" fmla="*/ 2431353 h 2972339"/>
              <a:gd name="connsiteX27" fmla="*/ 260626 w 2180393"/>
              <a:gd name="connsiteY27" fmla="*/ 2282964 h 2972339"/>
              <a:gd name="connsiteX28" fmla="*/ 210896 w 2180393"/>
              <a:gd name="connsiteY28" fmla="*/ 2190408 h 2972339"/>
              <a:gd name="connsiteX29" fmla="*/ 186148 w 2180393"/>
              <a:gd name="connsiteY29" fmla="*/ 2014851 h 2972339"/>
              <a:gd name="connsiteX30" fmla="*/ 309671 w 2180393"/>
              <a:gd name="connsiteY30" fmla="*/ 1819265 h 2972339"/>
              <a:gd name="connsiteX31" fmla="*/ 751151 w 2180393"/>
              <a:gd name="connsiteY31" fmla="*/ 1512475 h 2972339"/>
              <a:gd name="connsiteX32" fmla="*/ 486727 w 2180393"/>
              <a:gd name="connsiteY32" fmla="*/ 1445820 h 2972339"/>
              <a:gd name="connsiteX33" fmla="*/ 157147 w 2180393"/>
              <a:gd name="connsiteY33" fmla="*/ 1294897 h 2972339"/>
              <a:gd name="connsiteX34" fmla="*/ 27986 w 2180393"/>
              <a:gd name="connsiteY34" fmla="*/ 1165503 h 2972339"/>
              <a:gd name="connsiteX35" fmla="*/ 40076 w 2180393"/>
              <a:gd name="connsiteY35" fmla="*/ 910514 h 2972339"/>
              <a:gd name="connsiteX36" fmla="*/ 237161 w 2180393"/>
              <a:gd name="connsiteY36" fmla="*/ 685343 h 2972339"/>
              <a:gd name="connsiteX37" fmla="*/ 397290 w 2180393"/>
              <a:gd name="connsiteY37" fmla="*/ 668881 h 2972339"/>
              <a:gd name="connsiteX38" fmla="*/ 1077863 w 2180393"/>
              <a:gd name="connsiteY38" fmla="*/ 899583 h 2972339"/>
              <a:gd name="connsiteX39" fmla="*/ 991644 w 2180393"/>
              <a:gd name="connsiteY39" fmla="*/ 498623 h 2972339"/>
              <a:gd name="connsiteX40" fmla="*/ 975301 w 2180393"/>
              <a:gd name="connsiteY40" fmla="*/ 209214 h 2972339"/>
              <a:gd name="connsiteX41" fmla="*/ 1147404 w 2180393"/>
              <a:gd name="connsiteY41" fmla="*/ 67043 h 2972339"/>
              <a:gd name="connsiteX42" fmla="*/ 1400088 w 2180393"/>
              <a:gd name="connsiteY42" fmla="*/ 850 h 2972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180393" h="2972339">
                <a:moveTo>
                  <a:pt x="1400088" y="850"/>
                </a:moveTo>
                <a:cubicBezTo>
                  <a:pt x="1462942" y="6837"/>
                  <a:pt x="1515090" y="48395"/>
                  <a:pt x="1564820" y="140951"/>
                </a:cubicBezTo>
                <a:cubicBezTo>
                  <a:pt x="1589684" y="187229"/>
                  <a:pt x="1606261" y="218081"/>
                  <a:pt x="1610980" y="245364"/>
                </a:cubicBezTo>
                <a:cubicBezTo>
                  <a:pt x="1632277" y="303499"/>
                  <a:pt x="1652422" y="322494"/>
                  <a:pt x="1686609" y="552617"/>
                </a:cubicBezTo>
                <a:cubicBezTo>
                  <a:pt x="1729085" y="798166"/>
                  <a:pt x="1731503" y="747168"/>
                  <a:pt x="1734955" y="864590"/>
                </a:cubicBezTo>
                <a:cubicBezTo>
                  <a:pt x="1928527" y="753127"/>
                  <a:pt x="2049509" y="683462"/>
                  <a:pt x="2125123" y="639922"/>
                </a:cubicBezTo>
                <a:lnTo>
                  <a:pt x="2180393" y="608096"/>
                </a:lnTo>
                <a:lnTo>
                  <a:pt x="2180393" y="1353285"/>
                </a:lnTo>
                <a:lnTo>
                  <a:pt x="2151774" y="1371544"/>
                </a:lnTo>
                <a:cubicBezTo>
                  <a:pt x="2007201" y="1463785"/>
                  <a:pt x="2007201" y="1463785"/>
                  <a:pt x="2007201" y="1463785"/>
                </a:cubicBezTo>
                <a:cubicBezTo>
                  <a:pt x="2045442" y="1473678"/>
                  <a:pt x="2081292" y="1482953"/>
                  <a:pt x="2114902" y="1491649"/>
                </a:cubicBezTo>
                <a:lnTo>
                  <a:pt x="2180393" y="1508592"/>
                </a:lnTo>
                <a:lnTo>
                  <a:pt x="2180393" y="2169111"/>
                </a:lnTo>
                <a:lnTo>
                  <a:pt x="2074192" y="2143448"/>
                </a:lnTo>
                <a:cubicBezTo>
                  <a:pt x="1928338" y="2112480"/>
                  <a:pt x="1776614" y="2015089"/>
                  <a:pt x="1764757" y="2011520"/>
                </a:cubicBezTo>
                <a:cubicBezTo>
                  <a:pt x="1765908" y="2050661"/>
                  <a:pt x="1777648" y="2183508"/>
                  <a:pt x="1788238" y="2277215"/>
                </a:cubicBezTo>
                <a:cubicBezTo>
                  <a:pt x="1777531" y="2312786"/>
                  <a:pt x="1801129" y="2449203"/>
                  <a:pt x="1790306" y="2614053"/>
                </a:cubicBezTo>
                <a:cubicBezTo>
                  <a:pt x="1783052" y="2767046"/>
                  <a:pt x="1758187" y="2720768"/>
                  <a:pt x="1729637" y="2815626"/>
                </a:cubicBezTo>
                <a:cubicBezTo>
                  <a:pt x="1718930" y="2851197"/>
                  <a:pt x="1684510" y="2879632"/>
                  <a:pt x="1622806" y="2912786"/>
                </a:cubicBezTo>
                <a:cubicBezTo>
                  <a:pt x="1557534" y="2957797"/>
                  <a:pt x="1491111" y="2963668"/>
                  <a:pt x="1424688" y="2969538"/>
                </a:cubicBezTo>
                <a:cubicBezTo>
                  <a:pt x="1303699" y="2984849"/>
                  <a:pt x="1188697" y="2937304"/>
                  <a:pt x="1130679" y="2829322"/>
                </a:cubicBezTo>
                <a:cubicBezTo>
                  <a:pt x="1105814" y="2783044"/>
                  <a:pt x="1096375" y="2728478"/>
                  <a:pt x="1082217" y="2646628"/>
                </a:cubicBezTo>
                <a:cubicBezTo>
                  <a:pt x="1124008" y="2335922"/>
                  <a:pt x="1108582" y="2344211"/>
                  <a:pt x="1096958" y="2082085"/>
                </a:cubicBezTo>
                <a:cubicBezTo>
                  <a:pt x="801449" y="2290564"/>
                  <a:pt x="801449" y="2290564"/>
                  <a:pt x="801449" y="2290564"/>
                </a:cubicBezTo>
                <a:cubicBezTo>
                  <a:pt x="774166" y="2295284"/>
                  <a:pt x="743314" y="2311861"/>
                  <a:pt x="724319" y="2332006"/>
                </a:cubicBezTo>
                <a:cubicBezTo>
                  <a:pt x="708893" y="2340295"/>
                  <a:pt x="689899" y="2360441"/>
                  <a:pt x="674473" y="2368729"/>
                </a:cubicBezTo>
                <a:cubicBezTo>
                  <a:pt x="551066" y="2435037"/>
                  <a:pt x="469217" y="2449196"/>
                  <a:pt x="409932" y="2431353"/>
                </a:cubicBezTo>
                <a:cubicBezTo>
                  <a:pt x="354215" y="2401652"/>
                  <a:pt x="302067" y="2360094"/>
                  <a:pt x="260626" y="2282964"/>
                </a:cubicBezTo>
                <a:cubicBezTo>
                  <a:pt x="264195" y="2271106"/>
                  <a:pt x="244049" y="2252112"/>
                  <a:pt x="210896" y="2190408"/>
                </a:cubicBezTo>
                <a:cubicBezTo>
                  <a:pt x="186031" y="2144130"/>
                  <a:pt x="176592" y="2089563"/>
                  <a:pt x="186148" y="2014851"/>
                </a:cubicBezTo>
                <a:cubicBezTo>
                  <a:pt x="195703" y="1940139"/>
                  <a:pt x="240830" y="1876133"/>
                  <a:pt x="309671" y="1819265"/>
                </a:cubicBezTo>
                <a:cubicBezTo>
                  <a:pt x="751151" y="1512475"/>
                  <a:pt x="751151" y="1512475"/>
                  <a:pt x="751151" y="1512475"/>
                </a:cubicBezTo>
                <a:cubicBezTo>
                  <a:pt x="629012" y="1488645"/>
                  <a:pt x="640869" y="1492213"/>
                  <a:pt x="486727" y="1445820"/>
                </a:cubicBezTo>
                <a:cubicBezTo>
                  <a:pt x="324296" y="1384000"/>
                  <a:pt x="209294" y="1336455"/>
                  <a:pt x="157147" y="1294897"/>
                </a:cubicBezTo>
                <a:cubicBezTo>
                  <a:pt x="93142" y="1249770"/>
                  <a:pt x="52851" y="1211781"/>
                  <a:pt x="27986" y="1165503"/>
                </a:cubicBezTo>
                <a:cubicBezTo>
                  <a:pt x="-17024" y="1100230"/>
                  <a:pt x="-3900" y="1013661"/>
                  <a:pt x="40076" y="910514"/>
                </a:cubicBezTo>
                <a:cubicBezTo>
                  <a:pt x="87621" y="795511"/>
                  <a:pt x="160031" y="726785"/>
                  <a:pt x="237161" y="685343"/>
                </a:cubicBezTo>
                <a:cubicBezTo>
                  <a:pt x="298864" y="652189"/>
                  <a:pt x="338004" y="651038"/>
                  <a:pt x="397290" y="668881"/>
                </a:cubicBezTo>
                <a:cubicBezTo>
                  <a:pt x="1077863" y="899583"/>
                  <a:pt x="1077863" y="899583"/>
                  <a:pt x="1077863" y="899583"/>
                </a:cubicBezTo>
                <a:cubicBezTo>
                  <a:pt x="991644" y="498623"/>
                  <a:pt x="991644" y="498623"/>
                  <a:pt x="991644" y="498623"/>
                </a:cubicBezTo>
                <a:cubicBezTo>
                  <a:pt x="940764" y="366927"/>
                  <a:pt x="942031" y="276789"/>
                  <a:pt x="975301" y="209214"/>
                </a:cubicBezTo>
                <a:cubicBezTo>
                  <a:pt x="1008571" y="141639"/>
                  <a:pt x="1073843" y="96628"/>
                  <a:pt x="1147404" y="67043"/>
                </a:cubicBezTo>
                <a:cubicBezTo>
                  <a:pt x="1251816" y="20880"/>
                  <a:pt x="1337234" y="-5136"/>
                  <a:pt x="1400088" y="850"/>
                </a:cubicBez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29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E357A-A94E-64EB-6D38-D6B8C251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n-US" dirty="0"/>
              <a:t>Contents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EF7B24-66BC-4551-AF82-580F38213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008841"/>
              </p:ext>
            </p:extLst>
          </p:nvPr>
        </p:nvGraphicFramePr>
        <p:xfrm>
          <a:off x="720725" y="2541588"/>
          <a:ext cx="10728325" cy="358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709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9D6223-8D87-4038-BE74-D5224B024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FBF49-EC0D-4E09-A77B-DB4E8257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AA13D0-BF0A-4B8F-9FD6-CAE2DCD93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9705717" cy="6858000"/>
          </a:xfrm>
          <a:custGeom>
            <a:avLst/>
            <a:gdLst>
              <a:gd name="connsiteX0" fmla="*/ 0 w 9705717"/>
              <a:gd name="connsiteY0" fmla="*/ 0 h 6858000"/>
              <a:gd name="connsiteX1" fmla="*/ 8892014 w 9705717"/>
              <a:gd name="connsiteY1" fmla="*/ 0 h 6858000"/>
              <a:gd name="connsiteX2" fmla="*/ 8948109 w 9705717"/>
              <a:gd name="connsiteY2" fmla="*/ 119185 h 6858000"/>
              <a:gd name="connsiteX3" fmla="*/ 9361712 w 9705717"/>
              <a:gd name="connsiteY3" fmla="*/ 1009060 h 6858000"/>
              <a:gd name="connsiteX4" fmla="*/ 9569814 w 9705717"/>
              <a:gd name="connsiteY4" fmla="*/ 4722415 h 6858000"/>
              <a:gd name="connsiteX5" fmla="*/ 8937785 w 9705717"/>
              <a:gd name="connsiteY5" fmla="*/ 6619105 h 6858000"/>
              <a:gd name="connsiteX6" fmla="*/ 8749280 w 9705717"/>
              <a:gd name="connsiteY6" fmla="*/ 6858000 h 6858000"/>
              <a:gd name="connsiteX7" fmla="*/ 0 w 970571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05717" h="6858000">
                <a:moveTo>
                  <a:pt x="0" y="0"/>
                </a:moveTo>
                <a:lnTo>
                  <a:pt x="8892014" y="0"/>
                </a:lnTo>
                <a:lnTo>
                  <a:pt x="8948109" y="119185"/>
                </a:lnTo>
                <a:cubicBezTo>
                  <a:pt x="9080774" y="406683"/>
                  <a:pt x="9216041" y="706568"/>
                  <a:pt x="9361712" y="1009060"/>
                </a:cubicBezTo>
                <a:cubicBezTo>
                  <a:pt x="9986018" y="2093861"/>
                  <a:pt x="9569814" y="4346908"/>
                  <a:pt x="9569814" y="4722415"/>
                </a:cubicBezTo>
                <a:cubicBezTo>
                  <a:pt x="9569814" y="5635108"/>
                  <a:pt x="9260912" y="6189243"/>
                  <a:pt x="8937785" y="6619105"/>
                </a:cubicBezTo>
                <a:lnTo>
                  <a:pt x="87492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7EF40-2139-3C5A-BAEB-9D782EE2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6911974" cy="1477328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7A4C-A576-5018-2DCC-7F14A8467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0"/>
            <a:ext cx="6911975" cy="321627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PICOT Question:</a:t>
            </a:r>
          </a:p>
          <a:p>
            <a:pPr lvl="1"/>
            <a:r>
              <a:rPr lang="en-US" dirty="0"/>
              <a:t>For those in a Weight Loss Group or at Risk of T2D, does a community educational outreach program improve diabetes management after 8 weekly meetings?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5BE2CF8-7196-4BC3-B312-B0EE486D9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8226571" y="2916066"/>
            <a:ext cx="3518890" cy="3293724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05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6AA03-D69F-7A49-5D7E-CD009E45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Terms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4D3D14-1E0B-A25C-8B3D-131A60786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122698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75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938C-7F1C-0BF5-EC4D-654A286E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Type 2 Diabetes?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7ACE1-AD63-D7F5-5461-193DF2B4D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Body fails to produce or use insulin</a:t>
            </a:r>
          </a:p>
          <a:p>
            <a:pPr lvl="1"/>
            <a:r>
              <a:rPr lang="en-US" dirty="0"/>
              <a:t>“Insulin acts like a key to let the blood sugar into your body’s cells for use as energy.”</a:t>
            </a:r>
          </a:p>
          <a:p>
            <a:r>
              <a:rPr lang="en-US" dirty="0"/>
              <a:t>Results in high blood sugar levels</a:t>
            </a:r>
          </a:p>
          <a:p>
            <a:pPr lvl="1"/>
            <a:r>
              <a:rPr lang="en-US" dirty="0"/>
              <a:t>Can leads to Heart Disease, Stroke, Vision Loss, Kidney Disease.</a:t>
            </a:r>
          </a:p>
          <a:p>
            <a:r>
              <a:rPr lang="en-US" dirty="0"/>
              <a:t>95% of people with Diabetes has Type 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6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3ABCF-1638-AB1B-76D7-9BED7B26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T2D Risk Factors and Management</a:t>
            </a:r>
          </a:p>
        </p:txBody>
      </p:sp>
      <p:sp useBgFill="1">
        <p:nvSpPr>
          <p:cNvPr id="17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7EAF70-39AB-C812-EEC0-6BAE80BE4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039431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6705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BF289-0699-922F-0FB3-AD50F4DA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Design</a:t>
            </a: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B293909-C650-39B8-C9AD-41727B81A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111730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208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565B3-E1D0-7D69-E329-97A58068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Design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5692BF-A229-5B0E-33CF-2F08F71BC0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054516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07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9B7B6-A948-4B9B-4F13-D793B88B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Design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EDA7B1-6BD6-6C6A-67E8-A3E494E86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288803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82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9D6223-8D87-4038-BE74-D5224B024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FBF49-EC0D-4E09-A77B-DB4E8257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AA13D0-BF0A-4B8F-9FD6-CAE2DCD93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9705717" cy="6858000"/>
          </a:xfrm>
          <a:custGeom>
            <a:avLst/>
            <a:gdLst>
              <a:gd name="connsiteX0" fmla="*/ 0 w 9705717"/>
              <a:gd name="connsiteY0" fmla="*/ 0 h 6858000"/>
              <a:gd name="connsiteX1" fmla="*/ 8892014 w 9705717"/>
              <a:gd name="connsiteY1" fmla="*/ 0 h 6858000"/>
              <a:gd name="connsiteX2" fmla="*/ 8948109 w 9705717"/>
              <a:gd name="connsiteY2" fmla="*/ 119185 h 6858000"/>
              <a:gd name="connsiteX3" fmla="*/ 9361712 w 9705717"/>
              <a:gd name="connsiteY3" fmla="*/ 1009060 h 6858000"/>
              <a:gd name="connsiteX4" fmla="*/ 9569814 w 9705717"/>
              <a:gd name="connsiteY4" fmla="*/ 4722415 h 6858000"/>
              <a:gd name="connsiteX5" fmla="*/ 8937785 w 9705717"/>
              <a:gd name="connsiteY5" fmla="*/ 6619105 h 6858000"/>
              <a:gd name="connsiteX6" fmla="*/ 8749280 w 9705717"/>
              <a:gd name="connsiteY6" fmla="*/ 6858000 h 6858000"/>
              <a:gd name="connsiteX7" fmla="*/ 0 w 970571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05717" h="6858000">
                <a:moveTo>
                  <a:pt x="0" y="0"/>
                </a:moveTo>
                <a:lnTo>
                  <a:pt x="8892014" y="0"/>
                </a:lnTo>
                <a:lnTo>
                  <a:pt x="8948109" y="119185"/>
                </a:lnTo>
                <a:cubicBezTo>
                  <a:pt x="9080774" y="406683"/>
                  <a:pt x="9216041" y="706568"/>
                  <a:pt x="9361712" y="1009060"/>
                </a:cubicBezTo>
                <a:cubicBezTo>
                  <a:pt x="9986018" y="2093861"/>
                  <a:pt x="9569814" y="4346908"/>
                  <a:pt x="9569814" y="4722415"/>
                </a:cubicBezTo>
                <a:cubicBezTo>
                  <a:pt x="9569814" y="5635108"/>
                  <a:pt x="9260912" y="6189243"/>
                  <a:pt x="8937785" y="6619105"/>
                </a:cubicBezTo>
                <a:lnTo>
                  <a:pt x="87492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D7318-3B42-9D0D-8FE3-3858FFCC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6911974" cy="1477328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Survey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4F30-0024-9A6A-00CA-E7106D0BF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0"/>
            <a:ext cx="6911975" cy="3216273"/>
          </a:xfrm>
        </p:spPr>
        <p:txBody>
          <a:bodyPr>
            <a:normAutofit/>
          </a:bodyPr>
          <a:lstStyle/>
          <a:p>
            <a:r>
              <a:rPr lang="en-US" dirty="0"/>
              <a:t>Derivative from National Diabetes Prevention Program – Participant Registration Form</a:t>
            </a:r>
          </a:p>
          <a:p>
            <a:pPr lvl="1"/>
            <a:r>
              <a:rPr lang="en-US" dirty="0"/>
              <a:t>Include the DVs of interest</a:t>
            </a:r>
          </a:p>
          <a:p>
            <a:r>
              <a:rPr lang="en-US" dirty="0"/>
              <a:t>Post-Implementation Survey</a:t>
            </a:r>
          </a:p>
          <a:p>
            <a:pPr lvl="1"/>
            <a:r>
              <a:rPr lang="en-US" dirty="0"/>
              <a:t>Remeasures changed variables (DVS of interest)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5BE2CF8-7196-4BC3-B312-B0EE486D9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8226571" y="2916066"/>
            <a:ext cx="3518890" cy="3293724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3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6A420-A7D2-BEB4-71A8-A1B5119A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n-US" dirty="0"/>
              <a:t>Recommended Statistical Methods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114964-A465-D8A0-0F86-690F24080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714479"/>
              </p:ext>
            </p:extLst>
          </p:nvPr>
        </p:nvGraphicFramePr>
        <p:xfrm>
          <a:off x="720725" y="2541588"/>
          <a:ext cx="10728325" cy="358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5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1D3B63D-97A2-43B6-B140-7FADB9C54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9AB3E9-A7F5-451B-8FC3-9BBE53056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671CA-CF6D-547A-E879-4B4106A44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D7A7D-D728-80E2-011E-AA0F0C7214C4}"/>
              </a:ext>
            </a:extLst>
          </p:cNvPr>
          <p:cNvSpPr txBox="1"/>
          <p:nvPr/>
        </p:nvSpPr>
        <p:spPr>
          <a:xfrm>
            <a:off x="720000" y="2541600"/>
            <a:ext cx="3489861" cy="32162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  <a:hlinkClick r:id="rId2" tooltip="Original URL: https://www.cdc.gov/prediabetes/risktest/index.html. Click or tap if you trust this link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https://www.cdc.gov/prediabetes/risktest/index.html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https://www.cdc.gov/diabetes/basics/diabetes.html</a:t>
            </a:r>
          </a:p>
        </p:txBody>
      </p:sp>
      <p:pic>
        <p:nvPicPr>
          <p:cNvPr id="1026" name="Picture 2" descr="National DPP Lifestyle Change Program eligibility infographic - described below">
            <a:extLst>
              <a:ext uri="{FF2B5EF4-FFF2-40B4-BE49-F238E27FC236}">
                <a16:creationId xmlns:a16="http://schemas.microsoft.com/office/drawing/2014/main" id="{F7DAB5E6-663C-117D-57A5-003C6B4B12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7862" y="1011104"/>
            <a:ext cx="6601764" cy="4835792"/>
          </a:xfrm>
          <a:custGeom>
            <a:avLst/>
            <a:gdLst/>
            <a:ahLst/>
            <a:cxnLst/>
            <a:rect l="l" t="t" r="r" b="b"/>
            <a:pathLst>
              <a:path w="5014800" h="5409338">
                <a:moveTo>
                  <a:pt x="0" y="0"/>
                </a:moveTo>
                <a:lnTo>
                  <a:pt x="5014800" y="0"/>
                </a:lnTo>
                <a:lnTo>
                  <a:pt x="5014800" y="5409338"/>
                </a:lnTo>
                <a:lnTo>
                  <a:pt x="0" y="540933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130350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LightSeedLeftStep">
      <a:dk1>
        <a:srgbClr val="000000"/>
      </a:dk1>
      <a:lt1>
        <a:srgbClr val="FFFFFF"/>
      </a:lt1>
      <a:dk2>
        <a:srgbClr val="243641"/>
      </a:dk2>
      <a:lt2>
        <a:srgbClr val="E8E4E2"/>
      </a:lt2>
      <a:accent1>
        <a:srgbClr val="43AAEA"/>
      </a:accent1>
      <a:accent2>
        <a:srgbClr val="38B3AF"/>
      </a:accent2>
      <a:accent3>
        <a:srgbClr val="32B67B"/>
      </a:accent3>
      <a:accent4>
        <a:srgbClr val="2EBA40"/>
      </a:accent4>
      <a:accent5>
        <a:srgbClr val="5AB536"/>
      </a:accent5>
      <a:accent6>
        <a:srgbClr val="8BAD39"/>
      </a:accent6>
      <a:hlink>
        <a:srgbClr val="A6775A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421</Words>
  <Application>Microsoft Office PowerPoint</Application>
  <PresentationFormat>Widescreen</PresentationFormat>
  <Paragraphs>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Calibri</vt:lpstr>
      <vt:lpstr>Rockwell Nova Light</vt:lpstr>
      <vt:lpstr>The Hand Extrablack</vt:lpstr>
      <vt:lpstr>BlobVTI</vt:lpstr>
      <vt:lpstr>DNP Design of Experiment</vt:lpstr>
      <vt:lpstr>Contents</vt:lpstr>
      <vt:lpstr>Overview</vt:lpstr>
      <vt:lpstr>Terms</vt:lpstr>
      <vt:lpstr>What is Type 2 Diabetes?</vt:lpstr>
      <vt:lpstr>T2D Risk Factors and Management</vt:lpstr>
      <vt:lpstr>Design</vt:lpstr>
      <vt:lpstr>Design</vt:lpstr>
      <vt:lpstr>Design</vt:lpstr>
      <vt:lpstr>Survey Concept</vt:lpstr>
      <vt:lpstr>Recommended Statistical Methods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DNP Design of Experiment</dc:title>
  <dc:creator>Sylvia Soliez</dc:creator>
  <cp:lastModifiedBy>Sylvia Soliez</cp:lastModifiedBy>
  <cp:revision>9</cp:revision>
  <dcterms:created xsi:type="dcterms:W3CDTF">2023-04-01T02:17:19Z</dcterms:created>
  <dcterms:modified xsi:type="dcterms:W3CDTF">2025-06-03T21:50:26Z</dcterms:modified>
</cp:coreProperties>
</file>